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1" r:id="rId4"/>
    <p:sldMasterId id="2147483774" r:id="rId5"/>
    <p:sldMasterId id="2147483782" r:id="rId6"/>
  </p:sldMasterIdLst>
  <p:notesMasterIdLst>
    <p:notesMasterId r:id="rId20"/>
  </p:notesMasterIdLst>
  <p:handoutMasterIdLst>
    <p:handoutMasterId r:id="rId21"/>
  </p:handoutMasterIdLst>
  <p:sldIdLst>
    <p:sldId id="2076138363" r:id="rId7"/>
    <p:sldId id="2076138350" r:id="rId8"/>
    <p:sldId id="2076138351" r:id="rId9"/>
    <p:sldId id="2076138359" r:id="rId10"/>
    <p:sldId id="2076138352" r:id="rId11"/>
    <p:sldId id="2076138353" r:id="rId12"/>
    <p:sldId id="2076138354" r:id="rId13"/>
    <p:sldId id="2076138355" r:id="rId14"/>
    <p:sldId id="2076138356" r:id="rId15"/>
    <p:sldId id="2076138362" r:id="rId16"/>
    <p:sldId id="2076138361" r:id="rId17"/>
    <p:sldId id="2076138358" r:id="rId18"/>
    <p:sldId id="2076138360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lide reference" id="{1750E65C-63C8-4463-9D8B-79C23649CB4E}">
          <p14:sldIdLst>
            <p14:sldId id="2076138363"/>
          </p14:sldIdLst>
        </p14:section>
        <p14:section name="Template" id="{FE6F84F9-20EA-46ED-92E3-50DE88C73E07}">
          <p14:sldIdLst>
            <p14:sldId id="2076138350"/>
            <p14:sldId id="2076138351"/>
            <p14:sldId id="2076138359"/>
            <p14:sldId id="2076138352"/>
            <p14:sldId id="2076138353"/>
            <p14:sldId id="2076138354"/>
            <p14:sldId id="2076138355"/>
            <p14:sldId id="2076138356"/>
            <p14:sldId id="2076138362"/>
            <p14:sldId id="2076138361"/>
            <p14:sldId id="2076138358"/>
            <p14:sldId id="2076138360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1620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4B4C6A"/>
    <a:srgbClr val="D4D2CA"/>
    <a:srgbClr val="C2C7CD"/>
    <a:srgbClr val="E2DFE8"/>
    <a:srgbClr val="ECE9E7"/>
    <a:srgbClr val="E6E6E5"/>
    <a:srgbClr val="FF0083"/>
    <a:srgbClr val="FF0082"/>
    <a:srgbClr val="7900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6" autoAdjust="0"/>
    <p:restoredTop sz="96357" autoAdjust="0"/>
  </p:normalViewPr>
  <p:slideViewPr>
    <p:cSldViewPr snapToGrid="0">
      <p:cViewPr varScale="1">
        <p:scale>
          <a:sx n="85" d="100"/>
          <a:sy n="85" d="100"/>
        </p:scale>
        <p:origin x="984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899560A-D96E-3E6D-8615-01319EEC9E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019A3-E854-5001-7DDE-EFFB2D51C2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F54E2-AD67-1B47-A006-695DEA6B6A8B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354FE-C979-D81D-F00C-8B7AF0472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72100-7940-6B39-DFF7-22BF28A55B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A1D57F-AAEA-1A4B-9FAC-933DF4B5A69E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53669487"/>
      </p:ext>
    </p:extLst>
  </p:cSld>
  <p:clrMap bg1="lt1" tx1="dk1" bg2="lt2" tx2="dk2" accent1="accent1" accent2="accent2" accent3="accent3" accent4="accent4" accent5="accent5" accent6="accent6" hlink="hlink" folHlink="folHlink"/>
  <p:hf hd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04FBC-A1D4-3444-A92C-25634469552C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8595253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TECHNOLOGY</a:t>
            </a:r>
            <a:endParaRPr lang="en-US" dirty="0"/>
          </a:p>
          <a:p>
            <a:endParaRPr lang="en-US" dirty="0"/>
          </a:p>
          <a:p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96039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TRAVEL AND HOSPITALITY</a:t>
            </a:r>
          </a:p>
          <a:p>
            <a:endParaRPr lang="en-US" dirty="0"/>
          </a:p>
          <a:p>
            <a:endParaRPr lang="en-US" dirty="0"/>
          </a:p>
          <a:p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78705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TRAVEL AND HOSPITALITY – V2</a:t>
            </a:r>
          </a:p>
          <a:p>
            <a:endParaRPr lang="en-US" dirty="0"/>
          </a:p>
          <a:p>
            <a:endParaRPr lang="en-US" dirty="0"/>
          </a:p>
          <a:p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8688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BFSI </a:t>
            </a:r>
          </a:p>
          <a:p>
            <a:endParaRPr lang="en-US" dirty="0"/>
          </a:p>
          <a:p>
            <a:endParaRPr lang="en-US" dirty="0"/>
          </a:p>
          <a:p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7558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AUTOMOTIVE</a:t>
            </a:r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6381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RETAIL</a:t>
            </a:r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64493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TELECOM</a:t>
            </a:r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6840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TRANSPORT</a:t>
            </a:r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37320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UTILITIES</a:t>
            </a:r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10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42301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ENTERTAINMENT</a:t>
            </a:r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11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69131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E COMMERCE</a:t>
            </a:r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12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26088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HEALTHCARE INSURANCE</a:t>
            </a:r>
            <a:endParaRPr lang="en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1BF2BC7-EDD1-5146-BE7B-EA3331CB98D1}" type="datetime4">
              <a:rPr lang="en-US" smtClean="0"/>
              <a:t>February 26, 2026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04FBC-A1D4-3444-A92C-25634469552C}" type="slidenum">
              <a:rPr lang="en-BR" smtClean="0"/>
              <a:t>13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95848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Cover">
    <p:bg>
      <p:bgPr>
        <a:solidFill>
          <a:srgbClr val="4B4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5C77B6-5060-6699-0D9B-42E7E10C9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044" y="2032000"/>
            <a:ext cx="9132956" cy="297446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BR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1C7DAC0-84C1-2998-1ED2-FC2ED684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21464"/>
            <a:ext cx="6251939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>
            <a:lvl1pPr algn="l">
              <a:defRPr lang="en-US" sz="4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C294DAC-720C-486D-6A0B-41A962009A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9750" y="967795"/>
            <a:ext cx="6251939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21E19F-4DDA-2133-245F-12AE9AE5C4CF}"/>
              </a:ext>
            </a:extLst>
          </p:cNvPr>
          <p:cNvSpPr/>
          <p:nvPr userDrawn="1"/>
        </p:nvSpPr>
        <p:spPr>
          <a:xfrm>
            <a:off x="0" y="5006468"/>
            <a:ext cx="9144000" cy="144000"/>
          </a:xfrm>
          <a:prstGeom prst="rect">
            <a:avLst/>
          </a:prstGeom>
          <a:gradFill>
            <a:gsLst>
              <a:gs pos="100000">
                <a:srgbClr val="EE1E81"/>
              </a:gs>
              <a:gs pos="0">
                <a:srgbClr val="742B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5E930CB-224E-C825-C63C-A183516872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280785" y="319262"/>
            <a:ext cx="590165" cy="648533"/>
          </a:xfrm>
          <a:custGeom>
            <a:avLst/>
            <a:gdLst>
              <a:gd name="T0" fmla="*/ 1611 w 8426"/>
              <a:gd name="T1" fmla="*/ 1739 h 9260"/>
              <a:gd name="T2" fmla="*/ 1611 w 8426"/>
              <a:gd name="T3" fmla="*/ 1739 h 9260"/>
              <a:gd name="T4" fmla="*/ 0 w 8426"/>
              <a:gd name="T5" fmla="*/ 1739 h 9260"/>
              <a:gd name="T6" fmla="*/ 65 w 8426"/>
              <a:gd name="T7" fmla="*/ 1880 h 9260"/>
              <a:gd name="T8" fmla="*/ 1611 w 8426"/>
              <a:gd name="T9" fmla="*/ 3426 h 9260"/>
              <a:gd name="T10" fmla="*/ 1688 w 8426"/>
              <a:gd name="T11" fmla="*/ 3400 h 9260"/>
              <a:gd name="T12" fmla="*/ 1688 w 8426"/>
              <a:gd name="T13" fmla="*/ 1816 h 9260"/>
              <a:gd name="T14" fmla="*/ 1611 w 8426"/>
              <a:gd name="T15" fmla="*/ 1739 h 9260"/>
              <a:gd name="T16" fmla="*/ 5333 w 8426"/>
              <a:gd name="T17" fmla="*/ 0 h 9260"/>
              <a:gd name="T18" fmla="*/ 5333 w 8426"/>
              <a:gd name="T19" fmla="*/ 0 h 9260"/>
              <a:gd name="T20" fmla="*/ 5217 w 8426"/>
              <a:gd name="T21" fmla="*/ 0 h 9260"/>
              <a:gd name="T22" fmla="*/ 5217 w 8426"/>
              <a:gd name="T23" fmla="*/ 1571 h 9260"/>
              <a:gd name="T24" fmla="*/ 5050 w 8426"/>
              <a:gd name="T25" fmla="*/ 1739 h 9260"/>
              <a:gd name="T26" fmla="*/ 3581 w 8426"/>
              <a:gd name="T27" fmla="*/ 1739 h 9260"/>
              <a:gd name="T28" fmla="*/ 3517 w 8426"/>
              <a:gd name="T29" fmla="*/ 1816 h 9260"/>
              <a:gd name="T30" fmla="*/ 3517 w 8426"/>
              <a:gd name="T31" fmla="*/ 7572 h 9260"/>
              <a:gd name="T32" fmla="*/ 3349 w 8426"/>
              <a:gd name="T33" fmla="*/ 7740 h 9260"/>
              <a:gd name="T34" fmla="*/ 1894 w 8426"/>
              <a:gd name="T35" fmla="*/ 7740 h 9260"/>
              <a:gd name="T36" fmla="*/ 1855 w 8426"/>
              <a:gd name="T37" fmla="*/ 7817 h 9260"/>
              <a:gd name="T38" fmla="*/ 3143 w 8426"/>
              <a:gd name="T39" fmla="*/ 9092 h 9260"/>
              <a:gd name="T40" fmla="*/ 3478 w 8426"/>
              <a:gd name="T41" fmla="*/ 9259 h 9260"/>
              <a:gd name="T42" fmla="*/ 4869 w 8426"/>
              <a:gd name="T43" fmla="*/ 9259 h 9260"/>
              <a:gd name="T44" fmla="*/ 5114 w 8426"/>
              <a:gd name="T45" fmla="*/ 9015 h 9260"/>
              <a:gd name="T46" fmla="*/ 5114 w 8426"/>
              <a:gd name="T47" fmla="*/ 5769 h 9260"/>
              <a:gd name="T48" fmla="*/ 5191 w 8426"/>
              <a:gd name="T49" fmla="*/ 5692 h 9260"/>
              <a:gd name="T50" fmla="*/ 5333 w 8426"/>
              <a:gd name="T51" fmla="*/ 5692 h 9260"/>
              <a:gd name="T52" fmla="*/ 8425 w 8426"/>
              <a:gd name="T53" fmla="*/ 2834 h 9260"/>
              <a:gd name="T54" fmla="*/ 5333 w 8426"/>
              <a:gd name="T55" fmla="*/ 0 h 9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426" h="9260">
                <a:moveTo>
                  <a:pt x="1611" y="1739"/>
                </a:moveTo>
                <a:lnTo>
                  <a:pt x="1611" y="1739"/>
                </a:lnTo>
                <a:cubicBezTo>
                  <a:pt x="0" y="1739"/>
                  <a:pt x="0" y="1739"/>
                  <a:pt x="0" y="1739"/>
                </a:cubicBezTo>
                <a:cubicBezTo>
                  <a:pt x="13" y="1803"/>
                  <a:pt x="39" y="1842"/>
                  <a:pt x="65" y="1880"/>
                </a:cubicBezTo>
                <a:cubicBezTo>
                  <a:pt x="529" y="2331"/>
                  <a:pt x="1160" y="2962"/>
                  <a:pt x="1611" y="3426"/>
                </a:cubicBezTo>
                <a:cubicBezTo>
                  <a:pt x="1649" y="3452"/>
                  <a:pt x="1688" y="3439"/>
                  <a:pt x="1688" y="3400"/>
                </a:cubicBezTo>
                <a:cubicBezTo>
                  <a:pt x="1688" y="1816"/>
                  <a:pt x="1688" y="1816"/>
                  <a:pt x="1688" y="1816"/>
                </a:cubicBezTo>
                <a:cubicBezTo>
                  <a:pt x="1688" y="1777"/>
                  <a:pt x="1649" y="1739"/>
                  <a:pt x="1611" y="1739"/>
                </a:cubicBezTo>
                <a:close/>
                <a:moveTo>
                  <a:pt x="5333" y="0"/>
                </a:moveTo>
                <a:lnTo>
                  <a:pt x="5333" y="0"/>
                </a:lnTo>
                <a:cubicBezTo>
                  <a:pt x="5217" y="0"/>
                  <a:pt x="5217" y="0"/>
                  <a:pt x="5217" y="0"/>
                </a:cubicBezTo>
                <a:cubicBezTo>
                  <a:pt x="5217" y="1571"/>
                  <a:pt x="5217" y="1571"/>
                  <a:pt x="5217" y="1571"/>
                </a:cubicBezTo>
                <a:cubicBezTo>
                  <a:pt x="5217" y="1674"/>
                  <a:pt x="5140" y="1739"/>
                  <a:pt x="5050" y="1739"/>
                </a:cubicBezTo>
                <a:cubicBezTo>
                  <a:pt x="3581" y="1739"/>
                  <a:pt x="3581" y="1739"/>
                  <a:pt x="3581" y="1739"/>
                </a:cubicBezTo>
                <a:cubicBezTo>
                  <a:pt x="3543" y="1739"/>
                  <a:pt x="3517" y="1777"/>
                  <a:pt x="3517" y="1816"/>
                </a:cubicBezTo>
                <a:cubicBezTo>
                  <a:pt x="3517" y="7572"/>
                  <a:pt x="3517" y="7572"/>
                  <a:pt x="3517" y="7572"/>
                </a:cubicBezTo>
                <a:cubicBezTo>
                  <a:pt x="3517" y="7662"/>
                  <a:pt x="3440" y="7740"/>
                  <a:pt x="3349" y="7740"/>
                </a:cubicBezTo>
                <a:cubicBezTo>
                  <a:pt x="1894" y="7740"/>
                  <a:pt x="1894" y="7740"/>
                  <a:pt x="1894" y="7740"/>
                </a:cubicBezTo>
                <a:cubicBezTo>
                  <a:pt x="1855" y="7740"/>
                  <a:pt x="1830" y="7791"/>
                  <a:pt x="1855" y="7817"/>
                </a:cubicBezTo>
                <a:cubicBezTo>
                  <a:pt x="2177" y="8139"/>
                  <a:pt x="2808" y="8770"/>
                  <a:pt x="3143" y="9092"/>
                </a:cubicBezTo>
                <a:cubicBezTo>
                  <a:pt x="3221" y="9182"/>
                  <a:pt x="3336" y="9259"/>
                  <a:pt x="3478" y="9259"/>
                </a:cubicBezTo>
                <a:cubicBezTo>
                  <a:pt x="4869" y="9259"/>
                  <a:pt x="4869" y="9259"/>
                  <a:pt x="4869" y="9259"/>
                </a:cubicBezTo>
                <a:cubicBezTo>
                  <a:pt x="5011" y="9259"/>
                  <a:pt x="5114" y="9143"/>
                  <a:pt x="5114" y="9015"/>
                </a:cubicBezTo>
                <a:cubicBezTo>
                  <a:pt x="5114" y="5769"/>
                  <a:pt x="5114" y="5769"/>
                  <a:pt x="5114" y="5769"/>
                </a:cubicBezTo>
                <a:cubicBezTo>
                  <a:pt x="5114" y="5730"/>
                  <a:pt x="5140" y="5692"/>
                  <a:pt x="5191" y="5692"/>
                </a:cubicBezTo>
                <a:cubicBezTo>
                  <a:pt x="5333" y="5692"/>
                  <a:pt x="5333" y="5692"/>
                  <a:pt x="5333" y="5692"/>
                </a:cubicBezTo>
                <a:cubicBezTo>
                  <a:pt x="6904" y="5692"/>
                  <a:pt x="8425" y="4739"/>
                  <a:pt x="8425" y="2834"/>
                </a:cubicBezTo>
                <a:cubicBezTo>
                  <a:pt x="8425" y="1146"/>
                  <a:pt x="7252" y="0"/>
                  <a:pt x="5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BR"/>
          </a:p>
        </p:txBody>
      </p:sp>
      <p:sp>
        <p:nvSpPr>
          <p:cNvPr id="9" name="Date Placeholder 15">
            <a:extLst>
              <a:ext uri="{FF2B5EF4-FFF2-40B4-BE49-F238E27FC236}">
                <a16:creationId xmlns:a16="http://schemas.microsoft.com/office/drawing/2014/main" id="{2526F961-0706-3327-9FF7-125D0675979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9750" y="1615090"/>
            <a:ext cx="2093464" cy="26161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lang="en-BR" sz="1100" b="0" i="0" kern="1200" smtClean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72124B97-534F-D648-A18D-0D449DF4C98F}" type="datetime4">
              <a:rPr lang="en-US" smtClean="0"/>
              <a:t>February 26, 2026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5152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 Cover CoBra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5C77B6-5060-6699-0D9B-42E7E10C9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032000"/>
            <a:ext cx="9144000" cy="297446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BR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1C7DAC0-84C1-2998-1ED2-FC2ED684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321464"/>
            <a:ext cx="6251939" cy="64633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>
            <a:lvl1pPr algn="l">
              <a:defRPr lang="en-US" sz="40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C294DAC-720C-486D-6A0B-41A962009A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39750" y="967795"/>
            <a:ext cx="6251939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buNone/>
              <a:defRPr sz="16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21E19F-4DDA-2133-245F-12AE9AE5C4CF}"/>
              </a:ext>
            </a:extLst>
          </p:cNvPr>
          <p:cNvSpPr/>
          <p:nvPr userDrawn="1"/>
        </p:nvSpPr>
        <p:spPr>
          <a:xfrm>
            <a:off x="0" y="5006468"/>
            <a:ext cx="9144000" cy="144000"/>
          </a:xfrm>
          <a:prstGeom prst="rect">
            <a:avLst/>
          </a:prstGeom>
          <a:gradFill>
            <a:gsLst>
              <a:gs pos="100000">
                <a:srgbClr val="EE1E81"/>
              </a:gs>
              <a:gs pos="0">
                <a:srgbClr val="742B8E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9" name="Date Placeholder 15">
            <a:extLst>
              <a:ext uri="{FF2B5EF4-FFF2-40B4-BE49-F238E27FC236}">
                <a16:creationId xmlns:a16="http://schemas.microsoft.com/office/drawing/2014/main" id="{2526F961-0706-3327-9FF7-125D0675979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39750" y="1615090"/>
            <a:ext cx="2093464" cy="26161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lang="en-BR" sz="11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75361492-4B1A-4D43-BA2C-AB0D12D106AC}" type="datetime4">
              <a:rPr lang="en-US" smtClean="0"/>
              <a:t>February 26,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54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A">
    <p:bg>
      <p:bgPr>
        <a:solidFill>
          <a:srgbClr val="4B4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F1C7DAC0-84C1-2998-1ED2-FC2ED684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367" y="2578544"/>
            <a:ext cx="3747511" cy="12003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>
            <a:lvl1pPr algn="r">
              <a:defRPr lang="en-US" sz="4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C294DAC-720C-486D-6A0B-41A962009A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862367" y="3838996"/>
            <a:ext cx="3747511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r">
              <a:buNone/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7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B">
    <p:bg>
      <p:bgPr>
        <a:solidFill>
          <a:srgbClr val="4B4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F1C7DAC0-84C1-2998-1ED2-FC2ED6849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77" y="2574921"/>
            <a:ext cx="3727450" cy="12003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4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C294DAC-720C-486D-6A0B-41A962009A0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6677" y="3835373"/>
            <a:ext cx="372745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1562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bg>
      <p:bgPr>
        <a:solidFill>
          <a:srgbClr val="4B4C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3C8B6666-5305-8A1E-C138-F8C789D645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93748" y="2135878"/>
            <a:ext cx="816402" cy="897144"/>
          </a:xfrm>
          <a:custGeom>
            <a:avLst/>
            <a:gdLst>
              <a:gd name="T0" fmla="*/ 1611 w 8426"/>
              <a:gd name="T1" fmla="*/ 1739 h 9260"/>
              <a:gd name="T2" fmla="*/ 1611 w 8426"/>
              <a:gd name="T3" fmla="*/ 1739 h 9260"/>
              <a:gd name="T4" fmla="*/ 0 w 8426"/>
              <a:gd name="T5" fmla="*/ 1739 h 9260"/>
              <a:gd name="T6" fmla="*/ 65 w 8426"/>
              <a:gd name="T7" fmla="*/ 1880 h 9260"/>
              <a:gd name="T8" fmla="*/ 1611 w 8426"/>
              <a:gd name="T9" fmla="*/ 3426 h 9260"/>
              <a:gd name="T10" fmla="*/ 1688 w 8426"/>
              <a:gd name="T11" fmla="*/ 3400 h 9260"/>
              <a:gd name="T12" fmla="*/ 1688 w 8426"/>
              <a:gd name="T13" fmla="*/ 1816 h 9260"/>
              <a:gd name="T14" fmla="*/ 1611 w 8426"/>
              <a:gd name="T15" fmla="*/ 1739 h 9260"/>
              <a:gd name="T16" fmla="*/ 5333 w 8426"/>
              <a:gd name="T17" fmla="*/ 0 h 9260"/>
              <a:gd name="T18" fmla="*/ 5333 w 8426"/>
              <a:gd name="T19" fmla="*/ 0 h 9260"/>
              <a:gd name="T20" fmla="*/ 5217 w 8426"/>
              <a:gd name="T21" fmla="*/ 0 h 9260"/>
              <a:gd name="T22" fmla="*/ 5217 w 8426"/>
              <a:gd name="T23" fmla="*/ 1571 h 9260"/>
              <a:gd name="T24" fmla="*/ 5050 w 8426"/>
              <a:gd name="T25" fmla="*/ 1739 h 9260"/>
              <a:gd name="T26" fmla="*/ 3581 w 8426"/>
              <a:gd name="T27" fmla="*/ 1739 h 9260"/>
              <a:gd name="T28" fmla="*/ 3517 w 8426"/>
              <a:gd name="T29" fmla="*/ 1816 h 9260"/>
              <a:gd name="T30" fmla="*/ 3517 w 8426"/>
              <a:gd name="T31" fmla="*/ 7572 h 9260"/>
              <a:gd name="T32" fmla="*/ 3349 w 8426"/>
              <a:gd name="T33" fmla="*/ 7740 h 9260"/>
              <a:gd name="T34" fmla="*/ 1894 w 8426"/>
              <a:gd name="T35" fmla="*/ 7740 h 9260"/>
              <a:gd name="T36" fmla="*/ 1855 w 8426"/>
              <a:gd name="T37" fmla="*/ 7817 h 9260"/>
              <a:gd name="T38" fmla="*/ 3143 w 8426"/>
              <a:gd name="T39" fmla="*/ 9092 h 9260"/>
              <a:gd name="T40" fmla="*/ 3478 w 8426"/>
              <a:gd name="T41" fmla="*/ 9259 h 9260"/>
              <a:gd name="T42" fmla="*/ 4869 w 8426"/>
              <a:gd name="T43" fmla="*/ 9259 h 9260"/>
              <a:gd name="T44" fmla="*/ 5114 w 8426"/>
              <a:gd name="T45" fmla="*/ 9015 h 9260"/>
              <a:gd name="T46" fmla="*/ 5114 w 8426"/>
              <a:gd name="T47" fmla="*/ 5769 h 9260"/>
              <a:gd name="T48" fmla="*/ 5191 w 8426"/>
              <a:gd name="T49" fmla="*/ 5692 h 9260"/>
              <a:gd name="T50" fmla="*/ 5333 w 8426"/>
              <a:gd name="T51" fmla="*/ 5692 h 9260"/>
              <a:gd name="T52" fmla="*/ 8425 w 8426"/>
              <a:gd name="T53" fmla="*/ 2834 h 9260"/>
              <a:gd name="T54" fmla="*/ 5333 w 8426"/>
              <a:gd name="T55" fmla="*/ 0 h 9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426" h="9260">
                <a:moveTo>
                  <a:pt x="1611" y="1739"/>
                </a:moveTo>
                <a:lnTo>
                  <a:pt x="1611" y="1739"/>
                </a:lnTo>
                <a:cubicBezTo>
                  <a:pt x="0" y="1739"/>
                  <a:pt x="0" y="1739"/>
                  <a:pt x="0" y="1739"/>
                </a:cubicBezTo>
                <a:cubicBezTo>
                  <a:pt x="13" y="1803"/>
                  <a:pt x="39" y="1842"/>
                  <a:pt x="65" y="1880"/>
                </a:cubicBezTo>
                <a:cubicBezTo>
                  <a:pt x="529" y="2331"/>
                  <a:pt x="1160" y="2962"/>
                  <a:pt x="1611" y="3426"/>
                </a:cubicBezTo>
                <a:cubicBezTo>
                  <a:pt x="1649" y="3452"/>
                  <a:pt x="1688" y="3439"/>
                  <a:pt x="1688" y="3400"/>
                </a:cubicBezTo>
                <a:cubicBezTo>
                  <a:pt x="1688" y="1816"/>
                  <a:pt x="1688" y="1816"/>
                  <a:pt x="1688" y="1816"/>
                </a:cubicBezTo>
                <a:cubicBezTo>
                  <a:pt x="1688" y="1777"/>
                  <a:pt x="1649" y="1739"/>
                  <a:pt x="1611" y="1739"/>
                </a:cubicBezTo>
                <a:close/>
                <a:moveTo>
                  <a:pt x="5333" y="0"/>
                </a:moveTo>
                <a:lnTo>
                  <a:pt x="5333" y="0"/>
                </a:lnTo>
                <a:cubicBezTo>
                  <a:pt x="5217" y="0"/>
                  <a:pt x="5217" y="0"/>
                  <a:pt x="5217" y="0"/>
                </a:cubicBezTo>
                <a:cubicBezTo>
                  <a:pt x="5217" y="1571"/>
                  <a:pt x="5217" y="1571"/>
                  <a:pt x="5217" y="1571"/>
                </a:cubicBezTo>
                <a:cubicBezTo>
                  <a:pt x="5217" y="1674"/>
                  <a:pt x="5140" y="1739"/>
                  <a:pt x="5050" y="1739"/>
                </a:cubicBezTo>
                <a:cubicBezTo>
                  <a:pt x="3581" y="1739"/>
                  <a:pt x="3581" y="1739"/>
                  <a:pt x="3581" y="1739"/>
                </a:cubicBezTo>
                <a:cubicBezTo>
                  <a:pt x="3543" y="1739"/>
                  <a:pt x="3517" y="1777"/>
                  <a:pt x="3517" y="1816"/>
                </a:cubicBezTo>
                <a:cubicBezTo>
                  <a:pt x="3517" y="7572"/>
                  <a:pt x="3517" y="7572"/>
                  <a:pt x="3517" y="7572"/>
                </a:cubicBezTo>
                <a:cubicBezTo>
                  <a:pt x="3517" y="7662"/>
                  <a:pt x="3440" y="7740"/>
                  <a:pt x="3349" y="7740"/>
                </a:cubicBezTo>
                <a:cubicBezTo>
                  <a:pt x="1894" y="7740"/>
                  <a:pt x="1894" y="7740"/>
                  <a:pt x="1894" y="7740"/>
                </a:cubicBezTo>
                <a:cubicBezTo>
                  <a:pt x="1855" y="7740"/>
                  <a:pt x="1830" y="7791"/>
                  <a:pt x="1855" y="7817"/>
                </a:cubicBezTo>
                <a:cubicBezTo>
                  <a:pt x="2177" y="8139"/>
                  <a:pt x="2808" y="8770"/>
                  <a:pt x="3143" y="9092"/>
                </a:cubicBezTo>
                <a:cubicBezTo>
                  <a:pt x="3221" y="9182"/>
                  <a:pt x="3336" y="9259"/>
                  <a:pt x="3478" y="9259"/>
                </a:cubicBezTo>
                <a:cubicBezTo>
                  <a:pt x="4869" y="9259"/>
                  <a:pt x="4869" y="9259"/>
                  <a:pt x="4869" y="9259"/>
                </a:cubicBezTo>
                <a:cubicBezTo>
                  <a:pt x="5011" y="9259"/>
                  <a:pt x="5114" y="9143"/>
                  <a:pt x="5114" y="9015"/>
                </a:cubicBezTo>
                <a:cubicBezTo>
                  <a:pt x="5114" y="5769"/>
                  <a:pt x="5114" y="5769"/>
                  <a:pt x="5114" y="5769"/>
                </a:cubicBezTo>
                <a:cubicBezTo>
                  <a:pt x="5114" y="5730"/>
                  <a:pt x="5140" y="5692"/>
                  <a:pt x="5191" y="5692"/>
                </a:cubicBezTo>
                <a:cubicBezTo>
                  <a:pt x="5333" y="5692"/>
                  <a:pt x="5333" y="5692"/>
                  <a:pt x="5333" y="5692"/>
                </a:cubicBezTo>
                <a:cubicBezTo>
                  <a:pt x="6904" y="5692"/>
                  <a:pt x="8425" y="4739"/>
                  <a:pt x="8425" y="2834"/>
                </a:cubicBezTo>
                <a:cubicBezTo>
                  <a:pt x="8425" y="1146"/>
                  <a:pt x="7252" y="0"/>
                  <a:pt x="5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BR"/>
          </a:p>
        </p:txBody>
      </p:sp>
      <p:sp>
        <p:nvSpPr>
          <p:cNvPr id="7" name="Freeform 1">
            <a:extLst>
              <a:ext uri="{FF2B5EF4-FFF2-40B4-BE49-F238E27FC236}">
                <a16:creationId xmlns:a16="http://schemas.microsoft.com/office/drawing/2014/main" id="{AF03B35A-FDA6-E638-42C0-C95024AA42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9544" y="236483"/>
            <a:ext cx="892284" cy="401621"/>
          </a:xfrm>
          <a:custGeom>
            <a:avLst/>
            <a:gdLst>
              <a:gd name="T0" fmla="*/ 3809 w 19047"/>
              <a:gd name="T1" fmla="*/ 6568 h 8571"/>
              <a:gd name="T2" fmla="*/ 16335 w 19047"/>
              <a:gd name="T3" fmla="*/ 2467 h 8571"/>
              <a:gd name="T4" fmla="*/ 15480 w 19047"/>
              <a:gd name="T5" fmla="*/ 2296 h 8571"/>
              <a:gd name="T6" fmla="*/ 16873 w 19047"/>
              <a:gd name="T7" fmla="*/ 2565 h 8571"/>
              <a:gd name="T8" fmla="*/ 5201 w 19047"/>
              <a:gd name="T9" fmla="*/ 3468 h 8571"/>
              <a:gd name="T10" fmla="*/ 8644 w 19047"/>
              <a:gd name="T11" fmla="*/ 5616 h 8571"/>
              <a:gd name="T12" fmla="*/ 4346 w 19047"/>
              <a:gd name="T13" fmla="*/ 2613 h 8571"/>
              <a:gd name="T14" fmla="*/ 3809 w 19047"/>
              <a:gd name="T15" fmla="*/ 1319 h 8571"/>
              <a:gd name="T16" fmla="*/ 1245 w 19047"/>
              <a:gd name="T17" fmla="*/ 1808 h 8571"/>
              <a:gd name="T18" fmla="*/ 13210 w 19047"/>
              <a:gd name="T19" fmla="*/ 2394 h 8571"/>
              <a:gd name="T20" fmla="*/ 14651 w 19047"/>
              <a:gd name="T21" fmla="*/ 3566 h 8571"/>
              <a:gd name="T22" fmla="*/ 14089 w 19047"/>
              <a:gd name="T23" fmla="*/ 4468 h 8571"/>
              <a:gd name="T24" fmla="*/ 14431 w 19047"/>
              <a:gd name="T25" fmla="*/ 3785 h 8571"/>
              <a:gd name="T26" fmla="*/ 13893 w 19047"/>
              <a:gd name="T27" fmla="*/ 3859 h 8571"/>
              <a:gd name="T28" fmla="*/ 14894 w 19047"/>
              <a:gd name="T29" fmla="*/ 1759 h 8571"/>
              <a:gd name="T30" fmla="*/ 13796 w 19047"/>
              <a:gd name="T31" fmla="*/ 2613 h 8571"/>
              <a:gd name="T32" fmla="*/ 14040 w 19047"/>
              <a:gd name="T33" fmla="*/ 2101 h 8571"/>
              <a:gd name="T34" fmla="*/ 9571 w 19047"/>
              <a:gd name="T35" fmla="*/ 4713 h 8571"/>
              <a:gd name="T36" fmla="*/ 9742 w 19047"/>
              <a:gd name="T37" fmla="*/ 2515 h 8571"/>
              <a:gd name="T38" fmla="*/ 10817 w 19047"/>
              <a:gd name="T39" fmla="*/ 2589 h 8571"/>
              <a:gd name="T40" fmla="*/ 8644 w 19047"/>
              <a:gd name="T41" fmla="*/ 2589 h 8571"/>
              <a:gd name="T42" fmla="*/ 8791 w 19047"/>
              <a:gd name="T43" fmla="*/ 1417 h 8571"/>
              <a:gd name="T44" fmla="*/ 13112 w 19047"/>
              <a:gd name="T45" fmla="*/ 1368 h 8571"/>
              <a:gd name="T46" fmla="*/ 12697 w 19047"/>
              <a:gd name="T47" fmla="*/ 2589 h 8571"/>
              <a:gd name="T48" fmla="*/ 12526 w 19047"/>
              <a:gd name="T49" fmla="*/ 1441 h 8571"/>
              <a:gd name="T50" fmla="*/ 15041 w 19047"/>
              <a:gd name="T51" fmla="*/ 4663 h 8571"/>
              <a:gd name="T52" fmla="*/ 16921 w 19047"/>
              <a:gd name="T53" fmla="*/ 4786 h 8571"/>
              <a:gd name="T54" fmla="*/ 16702 w 19047"/>
              <a:gd name="T55" fmla="*/ 3761 h 8571"/>
              <a:gd name="T56" fmla="*/ 15530 w 19047"/>
              <a:gd name="T57" fmla="*/ 6910 h 8571"/>
              <a:gd name="T58" fmla="*/ 15041 w 19047"/>
              <a:gd name="T59" fmla="*/ 6812 h 8571"/>
              <a:gd name="T60" fmla="*/ 15115 w 19047"/>
              <a:gd name="T61" fmla="*/ 6861 h 8571"/>
              <a:gd name="T62" fmla="*/ 16873 w 19047"/>
              <a:gd name="T63" fmla="*/ 6128 h 8571"/>
              <a:gd name="T64" fmla="*/ 15432 w 19047"/>
              <a:gd name="T65" fmla="*/ 4713 h 8571"/>
              <a:gd name="T66" fmla="*/ 16018 w 19047"/>
              <a:gd name="T67" fmla="*/ 3859 h 8571"/>
              <a:gd name="T68" fmla="*/ 15139 w 19047"/>
              <a:gd name="T69" fmla="*/ 3785 h 8571"/>
              <a:gd name="T70" fmla="*/ 17532 w 19047"/>
              <a:gd name="T71" fmla="*/ 4663 h 8571"/>
              <a:gd name="T72" fmla="*/ 19022 w 19047"/>
              <a:gd name="T73" fmla="*/ 4688 h 8571"/>
              <a:gd name="T74" fmla="*/ 19022 w 19047"/>
              <a:gd name="T75" fmla="*/ 4688 h 8571"/>
              <a:gd name="T76" fmla="*/ 17605 w 19047"/>
              <a:gd name="T77" fmla="*/ 4517 h 8571"/>
              <a:gd name="T78" fmla="*/ 18216 w 19047"/>
              <a:gd name="T79" fmla="*/ 4370 h 8571"/>
              <a:gd name="T80" fmla="*/ 17190 w 19047"/>
              <a:gd name="T81" fmla="*/ 6495 h 8571"/>
              <a:gd name="T82" fmla="*/ 17312 w 19047"/>
              <a:gd name="T83" fmla="*/ 3663 h 8571"/>
              <a:gd name="T84" fmla="*/ 13625 w 19047"/>
              <a:gd name="T85" fmla="*/ 5958 h 8571"/>
              <a:gd name="T86" fmla="*/ 14089 w 19047"/>
              <a:gd name="T87" fmla="*/ 7130 h 8571"/>
              <a:gd name="T88" fmla="*/ 13820 w 19047"/>
              <a:gd name="T89" fmla="*/ 6373 h 8571"/>
              <a:gd name="T90" fmla="*/ 9084 w 19047"/>
              <a:gd name="T91" fmla="*/ 6983 h 8571"/>
              <a:gd name="T92" fmla="*/ 12087 w 19047"/>
              <a:gd name="T93" fmla="*/ 2101 h 8571"/>
              <a:gd name="T94" fmla="*/ 11378 w 19047"/>
              <a:gd name="T95" fmla="*/ 2076 h 8571"/>
              <a:gd name="T96" fmla="*/ 11109 w 19047"/>
              <a:gd name="T97" fmla="*/ 5958 h 8571"/>
              <a:gd name="T98" fmla="*/ 11109 w 19047"/>
              <a:gd name="T99" fmla="*/ 4810 h 8571"/>
              <a:gd name="T100" fmla="*/ 11109 w 19047"/>
              <a:gd name="T101" fmla="*/ 4810 h 8571"/>
              <a:gd name="T102" fmla="*/ 8986 w 19047"/>
              <a:gd name="T103" fmla="*/ 3761 h 8571"/>
              <a:gd name="T104" fmla="*/ 9279 w 19047"/>
              <a:gd name="T105" fmla="*/ 4761 h 8571"/>
              <a:gd name="T106" fmla="*/ 12648 w 19047"/>
              <a:gd name="T107" fmla="*/ 3420 h 8571"/>
              <a:gd name="T108" fmla="*/ 13136 w 19047"/>
              <a:gd name="T109" fmla="*/ 4713 h 8571"/>
              <a:gd name="T110" fmla="*/ 10475 w 19047"/>
              <a:gd name="T111" fmla="*/ 6153 h 8571"/>
              <a:gd name="T112" fmla="*/ 10010 w 19047"/>
              <a:gd name="T113" fmla="*/ 6080 h 8571"/>
              <a:gd name="T114" fmla="*/ 13014 w 19047"/>
              <a:gd name="T115" fmla="*/ 6812 h 8571"/>
              <a:gd name="T116" fmla="*/ 12819 w 19047"/>
              <a:gd name="T117" fmla="*/ 5860 h 8571"/>
              <a:gd name="T118" fmla="*/ 12013 w 19047"/>
              <a:gd name="T119" fmla="*/ 6812 h 8571"/>
              <a:gd name="T120" fmla="*/ 12599 w 19047"/>
              <a:gd name="T121" fmla="*/ 6861 h 8571"/>
              <a:gd name="T122" fmla="*/ 12599 w 19047"/>
              <a:gd name="T123" fmla="*/ 6861 h 8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047" h="8571">
                <a:moveTo>
                  <a:pt x="1513" y="4420"/>
                </a:moveTo>
                <a:lnTo>
                  <a:pt x="1513" y="4420"/>
                </a:lnTo>
                <a:cubicBezTo>
                  <a:pt x="1269" y="4420"/>
                  <a:pt x="781" y="4444"/>
                  <a:pt x="414" y="4541"/>
                </a:cubicBezTo>
                <a:cubicBezTo>
                  <a:pt x="293" y="4566"/>
                  <a:pt x="0" y="4615"/>
                  <a:pt x="48" y="5006"/>
                </a:cubicBezTo>
                <a:cubicBezTo>
                  <a:pt x="73" y="5030"/>
                  <a:pt x="73" y="5030"/>
                  <a:pt x="73" y="5030"/>
                </a:cubicBezTo>
                <a:cubicBezTo>
                  <a:pt x="121" y="5249"/>
                  <a:pt x="146" y="5420"/>
                  <a:pt x="414" y="5396"/>
                </a:cubicBezTo>
                <a:cubicBezTo>
                  <a:pt x="586" y="5372"/>
                  <a:pt x="879" y="5299"/>
                  <a:pt x="1391" y="5299"/>
                </a:cubicBezTo>
                <a:cubicBezTo>
                  <a:pt x="2149" y="5299"/>
                  <a:pt x="2466" y="5518"/>
                  <a:pt x="2563" y="5982"/>
                </a:cubicBezTo>
                <a:cubicBezTo>
                  <a:pt x="2173" y="5982"/>
                  <a:pt x="2173" y="5982"/>
                  <a:pt x="2173" y="5982"/>
                </a:cubicBezTo>
                <a:cubicBezTo>
                  <a:pt x="903" y="5982"/>
                  <a:pt x="48" y="6080"/>
                  <a:pt x="48" y="7228"/>
                </a:cubicBezTo>
                <a:cubicBezTo>
                  <a:pt x="48" y="8058"/>
                  <a:pt x="464" y="8570"/>
                  <a:pt x="1782" y="8570"/>
                </a:cubicBezTo>
                <a:cubicBezTo>
                  <a:pt x="3150" y="8570"/>
                  <a:pt x="3809" y="7984"/>
                  <a:pt x="3809" y="6568"/>
                </a:cubicBezTo>
                <a:cubicBezTo>
                  <a:pt x="3809" y="6446"/>
                  <a:pt x="3809" y="6446"/>
                  <a:pt x="3809" y="6446"/>
                </a:cubicBezTo>
                <a:cubicBezTo>
                  <a:pt x="3809" y="4981"/>
                  <a:pt x="3003" y="4420"/>
                  <a:pt x="1513" y="4420"/>
                </a:cubicBezTo>
                <a:close/>
                <a:moveTo>
                  <a:pt x="1806" y="7691"/>
                </a:moveTo>
                <a:lnTo>
                  <a:pt x="1806" y="7691"/>
                </a:lnTo>
                <a:cubicBezTo>
                  <a:pt x="1343" y="7691"/>
                  <a:pt x="1172" y="7472"/>
                  <a:pt x="1172" y="7203"/>
                </a:cubicBezTo>
                <a:cubicBezTo>
                  <a:pt x="1172" y="6837"/>
                  <a:pt x="1513" y="6739"/>
                  <a:pt x="2124" y="6739"/>
                </a:cubicBezTo>
                <a:cubicBezTo>
                  <a:pt x="2613" y="6739"/>
                  <a:pt x="2613" y="6739"/>
                  <a:pt x="2613" y="6739"/>
                </a:cubicBezTo>
                <a:cubicBezTo>
                  <a:pt x="2588" y="7398"/>
                  <a:pt x="2368" y="7691"/>
                  <a:pt x="1806" y="7691"/>
                </a:cubicBezTo>
                <a:close/>
                <a:moveTo>
                  <a:pt x="15945" y="2613"/>
                </a:moveTo>
                <a:lnTo>
                  <a:pt x="15945" y="2613"/>
                </a:lnTo>
                <a:cubicBezTo>
                  <a:pt x="16092" y="2613"/>
                  <a:pt x="16213" y="2565"/>
                  <a:pt x="16262" y="2565"/>
                </a:cubicBezTo>
                <a:cubicBezTo>
                  <a:pt x="16335" y="2540"/>
                  <a:pt x="16335" y="2515"/>
                  <a:pt x="16335" y="2467"/>
                </a:cubicBezTo>
                <a:cubicBezTo>
                  <a:pt x="16335" y="1905"/>
                  <a:pt x="16335" y="1905"/>
                  <a:pt x="16335" y="1905"/>
                </a:cubicBezTo>
                <a:cubicBezTo>
                  <a:pt x="16335" y="1661"/>
                  <a:pt x="16238" y="1564"/>
                  <a:pt x="15945" y="1564"/>
                </a:cubicBezTo>
                <a:cubicBezTo>
                  <a:pt x="15871" y="1564"/>
                  <a:pt x="15701" y="1588"/>
                  <a:pt x="15627" y="1588"/>
                </a:cubicBezTo>
                <a:cubicBezTo>
                  <a:pt x="15554" y="1612"/>
                  <a:pt x="15554" y="1612"/>
                  <a:pt x="15554" y="1686"/>
                </a:cubicBezTo>
                <a:cubicBezTo>
                  <a:pt x="15578" y="1710"/>
                  <a:pt x="15578" y="1710"/>
                  <a:pt x="15578" y="1710"/>
                </a:cubicBezTo>
                <a:cubicBezTo>
                  <a:pt x="15578" y="1759"/>
                  <a:pt x="15578" y="1783"/>
                  <a:pt x="15652" y="1759"/>
                </a:cubicBezTo>
                <a:cubicBezTo>
                  <a:pt x="15701" y="1759"/>
                  <a:pt x="15799" y="1734"/>
                  <a:pt x="15896" y="1734"/>
                </a:cubicBezTo>
                <a:cubicBezTo>
                  <a:pt x="16067" y="1734"/>
                  <a:pt x="16116" y="1808"/>
                  <a:pt x="16116" y="1905"/>
                </a:cubicBezTo>
                <a:cubicBezTo>
                  <a:pt x="16116" y="2027"/>
                  <a:pt x="16116" y="2027"/>
                  <a:pt x="16116" y="2027"/>
                </a:cubicBezTo>
                <a:cubicBezTo>
                  <a:pt x="16042" y="2003"/>
                  <a:pt x="15945" y="1979"/>
                  <a:pt x="15871" y="1979"/>
                </a:cubicBezTo>
                <a:cubicBezTo>
                  <a:pt x="15627" y="1979"/>
                  <a:pt x="15480" y="2076"/>
                  <a:pt x="15480" y="2272"/>
                </a:cubicBezTo>
                <a:cubicBezTo>
                  <a:pt x="15480" y="2296"/>
                  <a:pt x="15480" y="2296"/>
                  <a:pt x="15480" y="2296"/>
                </a:cubicBezTo>
                <a:cubicBezTo>
                  <a:pt x="15480" y="2540"/>
                  <a:pt x="15701" y="2613"/>
                  <a:pt x="15945" y="2613"/>
                </a:cubicBezTo>
                <a:close/>
                <a:moveTo>
                  <a:pt x="15725" y="2272"/>
                </a:moveTo>
                <a:lnTo>
                  <a:pt x="15725" y="2272"/>
                </a:lnTo>
                <a:cubicBezTo>
                  <a:pt x="15725" y="2198"/>
                  <a:pt x="15799" y="2150"/>
                  <a:pt x="15920" y="2150"/>
                </a:cubicBezTo>
                <a:cubicBezTo>
                  <a:pt x="16018" y="2150"/>
                  <a:pt x="16092" y="2150"/>
                  <a:pt x="16116" y="2174"/>
                </a:cubicBezTo>
                <a:cubicBezTo>
                  <a:pt x="16116" y="2418"/>
                  <a:pt x="16116" y="2418"/>
                  <a:pt x="16116" y="2418"/>
                </a:cubicBezTo>
                <a:cubicBezTo>
                  <a:pt x="16092" y="2443"/>
                  <a:pt x="16018" y="2443"/>
                  <a:pt x="15945" y="2443"/>
                </a:cubicBezTo>
                <a:cubicBezTo>
                  <a:pt x="15799" y="2443"/>
                  <a:pt x="15725" y="2394"/>
                  <a:pt x="15725" y="2296"/>
                </a:cubicBezTo>
                <a:lnTo>
                  <a:pt x="15725" y="2272"/>
                </a:lnTo>
                <a:close/>
                <a:moveTo>
                  <a:pt x="16750" y="2589"/>
                </a:moveTo>
                <a:lnTo>
                  <a:pt x="16750" y="2589"/>
                </a:lnTo>
                <a:cubicBezTo>
                  <a:pt x="16800" y="2589"/>
                  <a:pt x="16848" y="2589"/>
                  <a:pt x="16873" y="2565"/>
                </a:cubicBezTo>
                <a:cubicBezTo>
                  <a:pt x="16921" y="2565"/>
                  <a:pt x="16921" y="2540"/>
                  <a:pt x="16921" y="2491"/>
                </a:cubicBezTo>
                <a:cubicBezTo>
                  <a:pt x="16921" y="2467"/>
                  <a:pt x="16921" y="2467"/>
                  <a:pt x="16921" y="2467"/>
                </a:cubicBezTo>
                <a:cubicBezTo>
                  <a:pt x="16921" y="2418"/>
                  <a:pt x="16921" y="2394"/>
                  <a:pt x="16873" y="2394"/>
                </a:cubicBezTo>
                <a:cubicBezTo>
                  <a:pt x="16873" y="2394"/>
                  <a:pt x="16848" y="2418"/>
                  <a:pt x="16824" y="2418"/>
                </a:cubicBezTo>
                <a:cubicBezTo>
                  <a:pt x="16800" y="2418"/>
                  <a:pt x="16775" y="2394"/>
                  <a:pt x="16775" y="2320"/>
                </a:cubicBezTo>
                <a:cubicBezTo>
                  <a:pt x="16775" y="1246"/>
                  <a:pt x="16775" y="1246"/>
                  <a:pt x="16775" y="1246"/>
                </a:cubicBezTo>
                <a:cubicBezTo>
                  <a:pt x="16775" y="1197"/>
                  <a:pt x="16750" y="1173"/>
                  <a:pt x="16702" y="1173"/>
                </a:cubicBezTo>
                <a:cubicBezTo>
                  <a:pt x="16628" y="1173"/>
                  <a:pt x="16628" y="1173"/>
                  <a:pt x="16628" y="1173"/>
                </a:cubicBezTo>
                <a:cubicBezTo>
                  <a:pt x="16580" y="1173"/>
                  <a:pt x="16555" y="1197"/>
                  <a:pt x="16555" y="1246"/>
                </a:cubicBezTo>
                <a:cubicBezTo>
                  <a:pt x="16555" y="2320"/>
                  <a:pt x="16555" y="2320"/>
                  <a:pt x="16555" y="2320"/>
                </a:cubicBezTo>
                <a:cubicBezTo>
                  <a:pt x="16555" y="2515"/>
                  <a:pt x="16628" y="2589"/>
                  <a:pt x="16750" y="2589"/>
                </a:cubicBezTo>
                <a:close/>
                <a:moveTo>
                  <a:pt x="5201" y="3468"/>
                </a:moveTo>
                <a:lnTo>
                  <a:pt x="5201" y="3468"/>
                </a:lnTo>
                <a:cubicBezTo>
                  <a:pt x="4810" y="3468"/>
                  <a:pt x="4810" y="3468"/>
                  <a:pt x="4810" y="3468"/>
                </a:cubicBezTo>
                <a:cubicBezTo>
                  <a:pt x="4517" y="3468"/>
                  <a:pt x="4371" y="3590"/>
                  <a:pt x="4371" y="3883"/>
                </a:cubicBezTo>
                <a:cubicBezTo>
                  <a:pt x="4371" y="6544"/>
                  <a:pt x="4371" y="6544"/>
                  <a:pt x="4371" y="6544"/>
                </a:cubicBezTo>
                <a:cubicBezTo>
                  <a:pt x="4371" y="6861"/>
                  <a:pt x="4493" y="6983"/>
                  <a:pt x="4810" y="6983"/>
                </a:cubicBezTo>
                <a:cubicBezTo>
                  <a:pt x="5177" y="6983"/>
                  <a:pt x="5177" y="6983"/>
                  <a:pt x="5177" y="6983"/>
                </a:cubicBezTo>
                <a:cubicBezTo>
                  <a:pt x="5494" y="6983"/>
                  <a:pt x="5616" y="6861"/>
                  <a:pt x="5616" y="6544"/>
                </a:cubicBezTo>
                <a:cubicBezTo>
                  <a:pt x="5616" y="3883"/>
                  <a:pt x="5616" y="3883"/>
                  <a:pt x="5616" y="3883"/>
                </a:cubicBezTo>
                <a:cubicBezTo>
                  <a:pt x="5616" y="3590"/>
                  <a:pt x="5494" y="3468"/>
                  <a:pt x="5201" y="3468"/>
                </a:cubicBezTo>
                <a:close/>
                <a:moveTo>
                  <a:pt x="8717" y="5616"/>
                </a:moveTo>
                <a:lnTo>
                  <a:pt x="8717" y="5616"/>
                </a:lnTo>
                <a:cubicBezTo>
                  <a:pt x="8644" y="5616"/>
                  <a:pt x="8644" y="5616"/>
                  <a:pt x="8644" y="5616"/>
                </a:cubicBezTo>
                <a:cubicBezTo>
                  <a:pt x="8595" y="5616"/>
                  <a:pt x="8571" y="5640"/>
                  <a:pt x="8571" y="5713"/>
                </a:cubicBezTo>
                <a:cubicBezTo>
                  <a:pt x="8571" y="6910"/>
                  <a:pt x="8571" y="6910"/>
                  <a:pt x="8571" y="6910"/>
                </a:cubicBezTo>
                <a:cubicBezTo>
                  <a:pt x="8571" y="6959"/>
                  <a:pt x="8595" y="6983"/>
                  <a:pt x="8644" y="6983"/>
                </a:cubicBezTo>
                <a:cubicBezTo>
                  <a:pt x="8717" y="6983"/>
                  <a:pt x="8717" y="6983"/>
                  <a:pt x="8717" y="6983"/>
                </a:cubicBezTo>
                <a:cubicBezTo>
                  <a:pt x="8767" y="6983"/>
                  <a:pt x="8791" y="6959"/>
                  <a:pt x="8791" y="6910"/>
                </a:cubicBezTo>
                <a:cubicBezTo>
                  <a:pt x="8791" y="5713"/>
                  <a:pt x="8791" y="5713"/>
                  <a:pt x="8791" y="5713"/>
                </a:cubicBezTo>
                <a:cubicBezTo>
                  <a:pt x="8791" y="5640"/>
                  <a:pt x="8767" y="5616"/>
                  <a:pt x="8717" y="5616"/>
                </a:cubicBezTo>
                <a:close/>
                <a:moveTo>
                  <a:pt x="5225" y="1759"/>
                </a:moveTo>
                <a:lnTo>
                  <a:pt x="5225" y="1759"/>
                </a:lnTo>
                <a:cubicBezTo>
                  <a:pt x="4786" y="1759"/>
                  <a:pt x="4786" y="1759"/>
                  <a:pt x="4786" y="1759"/>
                </a:cubicBezTo>
                <a:cubicBezTo>
                  <a:pt x="4469" y="1759"/>
                  <a:pt x="4346" y="1905"/>
                  <a:pt x="4346" y="2198"/>
                </a:cubicBezTo>
                <a:cubicBezTo>
                  <a:pt x="4346" y="2613"/>
                  <a:pt x="4346" y="2613"/>
                  <a:pt x="4346" y="2613"/>
                </a:cubicBezTo>
                <a:cubicBezTo>
                  <a:pt x="4346" y="2906"/>
                  <a:pt x="4469" y="3029"/>
                  <a:pt x="4786" y="3029"/>
                </a:cubicBezTo>
                <a:cubicBezTo>
                  <a:pt x="5225" y="3029"/>
                  <a:pt x="5225" y="3029"/>
                  <a:pt x="5225" y="3029"/>
                </a:cubicBezTo>
                <a:cubicBezTo>
                  <a:pt x="5543" y="3029"/>
                  <a:pt x="5665" y="2906"/>
                  <a:pt x="5665" y="2613"/>
                </a:cubicBezTo>
                <a:cubicBezTo>
                  <a:pt x="5665" y="2198"/>
                  <a:pt x="5665" y="2198"/>
                  <a:pt x="5665" y="2198"/>
                </a:cubicBezTo>
                <a:cubicBezTo>
                  <a:pt x="5665" y="1905"/>
                  <a:pt x="5543" y="1759"/>
                  <a:pt x="5225" y="1759"/>
                </a:cubicBezTo>
                <a:close/>
                <a:moveTo>
                  <a:pt x="3785" y="3517"/>
                </a:moveTo>
                <a:lnTo>
                  <a:pt x="3785" y="3517"/>
                </a:lnTo>
                <a:cubicBezTo>
                  <a:pt x="3760" y="3322"/>
                  <a:pt x="3711" y="3151"/>
                  <a:pt x="3443" y="3175"/>
                </a:cubicBezTo>
                <a:cubicBezTo>
                  <a:pt x="3271" y="3199"/>
                  <a:pt x="2978" y="3248"/>
                  <a:pt x="2466" y="3248"/>
                </a:cubicBezTo>
                <a:cubicBezTo>
                  <a:pt x="1709" y="3248"/>
                  <a:pt x="1391" y="3029"/>
                  <a:pt x="1294" y="2589"/>
                </a:cubicBezTo>
                <a:cubicBezTo>
                  <a:pt x="1684" y="2589"/>
                  <a:pt x="1684" y="2589"/>
                  <a:pt x="1684" y="2589"/>
                </a:cubicBezTo>
                <a:cubicBezTo>
                  <a:pt x="2954" y="2589"/>
                  <a:pt x="3809" y="2491"/>
                  <a:pt x="3809" y="1319"/>
                </a:cubicBezTo>
                <a:cubicBezTo>
                  <a:pt x="3809" y="514"/>
                  <a:pt x="3394" y="0"/>
                  <a:pt x="2099" y="0"/>
                </a:cubicBezTo>
                <a:cubicBezTo>
                  <a:pt x="708" y="0"/>
                  <a:pt x="48" y="587"/>
                  <a:pt x="48" y="2003"/>
                </a:cubicBezTo>
                <a:cubicBezTo>
                  <a:pt x="48" y="2125"/>
                  <a:pt x="48" y="2125"/>
                  <a:pt x="48" y="2125"/>
                </a:cubicBezTo>
                <a:cubicBezTo>
                  <a:pt x="48" y="3590"/>
                  <a:pt x="854" y="4127"/>
                  <a:pt x="2344" y="4127"/>
                </a:cubicBezTo>
                <a:cubicBezTo>
                  <a:pt x="2588" y="4127"/>
                  <a:pt x="3076" y="4103"/>
                  <a:pt x="3443" y="4030"/>
                </a:cubicBezTo>
                <a:cubicBezTo>
                  <a:pt x="3564" y="4006"/>
                  <a:pt x="3858" y="3932"/>
                  <a:pt x="3809" y="3566"/>
                </a:cubicBezTo>
                <a:lnTo>
                  <a:pt x="3785" y="3517"/>
                </a:lnTo>
                <a:close/>
                <a:moveTo>
                  <a:pt x="2051" y="880"/>
                </a:moveTo>
                <a:lnTo>
                  <a:pt x="2051" y="880"/>
                </a:lnTo>
                <a:cubicBezTo>
                  <a:pt x="2515" y="880"/>
                  <a:pt x="2685" y="1100"/>
                  <a:pt x="2685" y="1368"/>
                </a:cubicBezTo>
                <a:cubicBezTo>
                  <a:pt x="2685" y="1734"/>
                  <a:pt x="2368" y="1808"/>
                  <a:pt x="1734" y="1808"/>
                </a:cubicBezTo>
                <a:cubicBezTo>
                  <a:pt x="1245" y="1808"/>
                  <a:pt x="1245" y="1808"/>
                  <a:pt x="1245" y="1808"/>
                </a:cubicBezTo>
                <a:cubicBezTo>
                  <a:pt x="1269" y="1173"/>
                  <a:pt x="1489" y="880"/>
                  <a:pt x="2051" y="880"/>
                </a:cubicBezTo>
                <a:close/>
                <a:moveTo>
                  <a:pt x="13112" y="1661"/>
                </a:moveTo>
                <a:lnTo>
                  <a:pt x="13112" y="1661"/>
                </a:lnTo>
                <a:cubicBezTo>
                  <a:pt x="13112" y="1612"/>
                  <a:pt x="13088" y="1588"/>
                  <a:pt x="13038" y="1588"/>
                </a:cubicBezTo>
                <a:cubicBezTo>
                  <a:pt x="12966" y="1588"/>
                  <a:pt x="12966" y="1588"/>
                  <a:pt x="12966" y="1588"/>
                </a:cubicBezTo>
                <a:cubicBezTo>
                  <a:pt x="12917" y="1588"/>
                  <a:pt x="12892" y="1612"/>
                  <a:pt x="12892" y="1661"/>
                </a:cubicBezTo>
                <a:cubicBezTo>
                  <a:pt x="12892" y="2320"/>
                  <a:pt x="12892" y="2320"/>
                  <a:pt x="12892" y="2320"/>
                </a:cubicBezTo>
                <a:cubicBezTo>
                  <a:pt x="12892" y="2540"/>
                  <a:pt x="12966" y="2589"/>
                  <a:pt x="13112" y="2589"/>
                </a:cubicBezTo>
                <a:cubicBezTo>
                  <a:pt x="13136" y="2589"/>
                  <a:pt x="13185" y="2589"/>
                  <a:pt x="13210" y="2565"/>
                </a:cubicBezTo>
                <a:cubicBezTo>
                  <a:pt x="13258" y="2565"/>
                  <a:pt x="13258" y="2515"/>
                  <a:pt x="13258" y="2467"/>
                </a:cubicBezTo>
                <a:lnTo>
                  <a:pt x="13258" y="2467"/>
                </a:lnTo>
                <a:cubicBezTo>
                  <a:pt x="13258" y="2418"/>
                  <a:pt x="13234" y="2394"/>
                  <a:pt x="13210" y="2394"/>
                </a:cubicBezTo>
                <a:cubicBezTo>
                  <a:pt x="13210" y="2418"/>
                  <a:pt x="13185" y="2418"/>
                  <a:pt x="13161" y="2418"/>
                </a:cubicBezTo>
                <a:cubicBezTo>
                  <a:pt x="13136" y="2418"/>
                  <a:pt x="13112" y="2394"/>
                  <a:pt x="13112" y="2320"/>
                </a:cubicBezTo>
                <a:lnTo>
                  <a:pt x="13112" y="1661"/>
                </a:lnTo>
                <a:close/>
                <a:moveTo>
                  <a:pt x="14724" y="3663"/>
                </a:moveTo>
                <a:lnTo>
                  <a:pt x="14724" y="3663"/>
                </a:lnTo>
                <a:cubicBezTo>
                  <a:pt x="14822" y="3663"/>
                  <a:pt x="14822" y="3663"/>
                  <a:pt x="14822" y="3663"/>
                </a:cubicBezTo>
                <a:cubicBezTo>
                  <a:pt x="14870" y="3663"/>
                  <a:pt x="14894" y="3639"/>
                  <a:pt x="14894" y="3566"/>
                </a:cubicBezTo>
                <a:cubicBezTo>
                  <a:pt x="14894" y="3492"/>
                  <a:pt x="14894" y="3492"/>
                  <a:pt x="14894" y="3492"/>
                </a:cubicBezTo>
                <a:cubicBezTo>
                  <a:pt x="14894" y="3444"/>
                  <a:pt x="14870" y="3420"/>
                  <a:pt x="14822" y="3420"/>
                </a:cubicBezTo>
                <a:cubicBezTo>
                  <a:pt x="14724" y="3420"/>
                  <a:pt x="14724" y="3420"/>
                  <a:pt x="14724" y="3420"/>
                </a:cubicBezTo>
                <a:cubicBezTo>
                  <a:pt x="14675" y="3420"/>
                  <a:pt x="14651" y="3444"/>
                  <a:pt x="14651" y="3492"/>
                </a:cubicBezTo>
                <a:cubicBezTo>
                  <a:pt x="14651" y="3566"/>
                  <a:pt x="14651" y="3566"/>
                  <a:pt x="14651" y="3566"/>
                </a:cubicBezTo>
                <a:cubicBezTo>
                  <a:pt x="14651" y="3639"/>
                  <a:pt x="14675" y="3663"/>
                  <a:pt x="14724" y="3663"/>
                </a:cubicBezTo>
                <a:close/>
                <a:moveTo>
                  <a:pt x="14211" y="3566"/>
                </a:moveTo>
                <a:lnTo>
                  <a:pt x="14211" y="3566"/>
                </a:lnTo>
                <a:cubicBezTo>
                  <a:pt x="14162" y="3566"/>
                  <a:pt x="14162" y="3566"/>
                  <a:pt x="14162" y="3566"/>
                </a:cubicBezTo>
                <a:cubicBezTo>
                  <a:pt x="14113" y="3566"/>
                  <a:pt x="14089" y="3590"/>
                  <a:pt x="14089" y="3639"/>
                </a:cubicBezTo>
                <a:cubicBezTo>
                  <a:pt x="14089" y="3785"/>
                  <a:pt x="14089" y="3785"/>
                  <a:pt x="14089" y="3785"/>
                </a:cubicBezTo>
                <a:cubicBezTo>
                  <a:pt x="14040" y="3785"/>
                  <a:pt x="14040" y="3785"/>
                  <a:pt x="14040" y="3785"/>
                </a:cubicBezTo>
                <a:cubicBezTo>
                  <a:pt x="13991" y="3785"/>
                  <a:pt x="13967" y="3810"/>
                  <a:pt x="13967" y="3859"/>
                </a:cubicBezTo>
                <a:cubicBezTo>
                  <a:pt x="13967" y="3883"/>
                  <a:pt x="13967" y="3883"/>
                  <a:pt x="13967" y="3883"/>
                </a:cubicBezTo>
                <a:cubicBezTo>
                  <a:pt x="13967" y="3932"/>
                  <a:pt x="13991" y="3956"/>
                  <a:pt x="14040" y="3956"/>
                </a:cubicBezTo>
                <a:cubicBezTo>
                  <a:pt x="14089" y="3956"/>
                  <a:pt x="14089" y="3956"/>
                  <a:pt x="14089" y="3956"/>
                </a:cubicBezTo>
                <a:cubicBezTo>
                  <a:pt x="14089" y="4468"/>
                  <a:pt x="14089" y="4468"/>
                  <a:pt x="14089" y="4468"/>
                </a:cubicBezTo>
                <a:cubicBezTo>
                  <a:pt x="14089" y="4688"/>
                  <a:pt x="14162" y="4786"/>
                  <a:pt x="14406" y="4786"/>
                </a:cubicBezTo>
                <a:cubicBezTo>
                  <a:pt x="14431" y="4786"/>
                  <a:pt x="14455" y="4786"/>
                  <a:pt x="14479" y="4786"/>
                </a:cubicBezTo>
                <a:cubicBezTo>
                  <a:pt x="14528" y="4761"/>
                  <a:pt x="14528" y="4761"/>
                  <a:pt x="14528" y="4713"/>
                </a:cubicBezTo>
                <a:cubicBezTo>
                  <a:pt x="14528" y="4688"/>
                  <a:pt x="14528" y="4688"/>
                  <a:pt x="14528" y="4688"/>
                </a:cubicBezTo>
                <a:cubicBezTo>
                  <a:pt x="14528" y="4639"/>
                  <a:pt x="14528" y="4591"/>
                  <a:pt x="14479" y="4615"/>
                </a:cubicBezTo>
                <a:cubicBezTo>
                  <a:pt x="14455" y="4615"/>
                  <a:pt x="14431" y="4615"/>
                  <a:pt x="14431" y="4615"/>
                </a:cubicBezTo>
                <a:cubicBezTo>
                  <a:pt x="14333" y="4615"/>
                  <a:pt x="14308" y="4541"/>
                  <a:pt x="14308" y="4468"/>
                </a:cubicBezTo>
                <a:cubicBezTo>
                  <a:pt x="14308" y="3956"/>
                  <a:pt x="14308" y="3956"/>
                  <a:pt x="14308" y="3956"/>
                </a:cubicBezTo>
                <a:cubicBezTo>
                  <a:pt x="14431" y="3956"/>
                  <a:pt x="14431" y="3956"/>
                  <a:pt x="14431" y="3956"/>
                </a:cubicBezTo>
                <a:cubicBezTo>
                  <a:pt x="14479" y="3956"/>
                  <a:pt x="14504" y="3932"/>
                  <a:pt x="14504" y="3883"/>
                </a:cubicBezTo>
                <a:cubicBezTo>
                  <a:pt x="14504" y="3859"/>
                  <a:pt x="14504" y="3859"/>
                  <a:pt x="14504" y="3859"/>
                </a:cubicBezTo>
                <a:cubicBezTo>
                  <a:pt x="14504" y="3810"/>
                  <a:pt x="14479" y="3785"/>
                  <a:pt x="14431" y="3785"/>
                </a:cubicBezTo>
                <a:cubicBezTo>
                  <a:pt x="14308" y="3785"/>
                  <a:pt x="14308" y="3785"/>
                  <a:pt x="14308" y="3785"/>
                </a:cubicBezTo>
                <a:cubicBezTo>
                  <a:pt x="14308" y="3639"/>
                  <a:pt x="14308" y="3639"/>
                  <a:pt x="14308" y="3639"/>
                </a:cubicBezTo>
                <a:cubicBezTo>
                  <a:pt x="14308" y="3590"/>
                  <a:pt x="14284" y="3566"/>
                  <a:pt x="14211" y="3566"/>
                </a:cubicBezTo>
                <a:close/>
                <a:moveTo>
                  <a:pt x="13381" y="4786"/>
                </a:moveTo>
                <a:lnTo>
                  <a:pt x="13381" y="4786"/>
                </a:lnTo>
                <a:cubicBezTo>
                  <a:pt x="13454" y="4786"/>
                  <a:pt x="13454" y="4786"/>
                  <a:pt x="13454" y="4786"/>
                </a:cubicBezTo>
                <a:cubicBezTo>
                  <a:pt x="13503" y="4786"/>
                  <a:pt x="13527" y="4761"/>
                  <a:pt x="13527" y="4713"/>
                </a:cubicBezTo>
                <a:cubicBezTo>
                  <a:pt x="13527" y="3981"/>
                  <a:pt x="13527" y="3981"/>
                  <a:pt x="13527" y="3981"/>
                </a:cubicBezTo>
                <a:cubicBezTo>
                  <a:pt x="13600" y="3956"/>
                  <a:pt x="13674" y="3956"/>
                  <a:pt x="13722" y="3956"/>
                </a:cubicBezTo>
                <a:cubicBezTo>
                  <a:pt x="13771" y="3956"/>
                  <a:pt x="13796" y="3956"/>
                  <a:pt x="13845" y="3956"/>
                </a:cubicBezTo>
                <a:cubicBezTo>
                  <a:pt x="13893" y="3956"/>
                  <a:pt x="13893" y="3932"/>
                  <a:pt x="13893" y="3883"/>
                </a:cubicBezTo>
                <a:cubicBezTo>
                  <a:pt x="13893" y="3859"/>
                  <a:pt x="13893" y="3859"/>
                  <a:pt x="13893" y="3859"/>
                </a:cubicBezTo>
                <a:cubicBezTo>
                  <a:pt x="13918" y="3810"/>
                  <a:pt x="13893" y="3785"/>
                  <a:pt x="13845" y="3785"/>
                </a:cubicBezTo>
                <a:cubicBezTo>
                  <a:pt x="13820" y="3761"/>
                  <a:pt x="13771" y="3761"/>
                  <a:pt x="13698" y="3761"/>
                </a:cubicBezTo>
                <a:cubicBezTo>
                  <a:pt x="13600" y="3761"/>
                  <a:pt x="13478" y="3785"/>
                  <a:pt x="13381" y="3810"/>
                </a:cubicBezTo>
                <a:cubicBezTo>
                  <a:pt x="13332" y="3834"/>
                  <a:pt x="13307" y="3859"/>
                  <a:pt x="13307" y="3908"/>
                </a:cubicBezTo>
                <a:cubicBezTo>
                  <a:pt x="13307" y="4713"/>
                  <a:pt x="13307" y="4713"/>
                  <a:pt x="13307" y="4713"/>
                </a:cubicBezTo>
                <a:cubicBezTo>
                  <a:pt x="13307" y="4761"/>
                  <a:pt x="13332" y="4786"/>
                  <a:pt x="13381" y="4786"/>
                </a:cubicBezTo>
                <a:close/>
                <a:moveTo>
                  <a:pt x="14528" y="2589"/>
                </a:moveTo>
                <a:lnTo>
                  <a:pt x="14528" y="2589"/>
                </a:lnTo>
                <a:cubicBezTo>
                  <a:pt x="14601" y="2589"/>
                  <a:pt x="14601" y="2589"/>
                  <a:pt x="14601" y="2589"/>
                </a:cubicBezTo>
                <a:cubicBezTo>
                  <a:pt x="14651" y="2589"/>
                  <a:pt x="14675" y="2565"/>
                  <a:pt x="14675" y="2515"/>
                </a:cubicBezTo>
                <a:cubicBezTo>
                  <a:pt x="14675" y="1808"/>
                  <a:pt x="14675" y="1808"/>
                  <a:pt x="14675" y="1808"/>
                </a:cubicBezTo>
                <a:cubicBezTo>
                  <a:pt x="14724" y="1783"/>
                  <a:pt x="14822" y="1759"/>
                  <a:pt x="14894" y="1759"/>
                </a:cubicBezTo>
                <a:cubicBezTo>
                  <a:pt x="15041" y="1759"/>
                  <a:pt x="15090" y="1832"/>
                  <a:pt x="15090" y="1954"/>
                </a:cubicBezTo>
                <a:cubicBezTo>
                  <a:pt x="15090" y="2515"/>
                  <a:pt x="15090" y="2515"/>
                  <a:pt x="15090" y="2515"/>
                </a:cubicBezTo>
                <a:cubicBezTo>
                  <a:pt x="15090" y="2565"/>
                  <a:pt x="15115" y="2589"/>
                  <a:pt x="15187" y="2589"/>
                </a:cubicBezTo>
                <a:cubicBezTo>
                  <a:pt x="15237" y="2589"/>
                  <a:pt x="15237" y="2589"/>
                  <a:pt x="15237" y="2589"/>
                </a:cubicBezTo>
                <a:cubicBezTo>
                  <a:pt x="15310" y="2589"/>
                  <a:pt x="15310" y="2565"/>
                  <a:pt x="15310" y="2515"/>
                </a:cubicBezTo>
                <a:cubicBezTo>
                  <a:pt x="15310" y="1929"/>
                  <a:pt x="15310" y="1929"/>
                  <a:pt x="15310" y="1929"/>
                </a:cubicBezTo>
                <a:cubicBezTo>
                  <a:pt x="15310" y="1710"/>
                  <a:pt x="15212" y="1564"/>
                  <a:pt x="14919" y="1564"/>
                </a:cubicBezTo>
                <a:cubicBezTo>
                  <a:pt x="14773" y="1564"/>
                  <a:pt x="14626" y="1612"/>
                  <a:pt x="14528" y="1636"/>
                </a:cubicBezTo>
                <a:cubicBezTo>
                  <a:pt x="14479" y="1661"/>
                  <a:pt x="14455" y="1710"/>
                  <a:pt x="14455" y="1759"/>
                </a:cubicBezTo>
                <a:cubicBezTo>
                  <a:pt x="14455" y="2515"/>
                  <a:pt x="14455" y="2515"/>
                  <a:pt x="14455" y="2515"/>
                </a:cubicBezTo>
                <a:cubicBezTo>
                  <a:pt x="14455" y="2565"/>
                  <a:pt x="14479" y="2589"/>
                  <a:pt x="14528" y="2589"/>
                </a:cubicBezTo>
                <a:close/>
                <a:moveTo>
                  <a:pt x="13796" y="2613"/>
                </a:moveTo>
                <a:lnTo>
                  <a:pt x="13796" y="2613"/>
                </a:lnTo>
                <a:cubicBezTo>
                  <a:pt x="14113" y="2613"/>
                  <a:pt x="14284" y="2443"/>
                  <a:pt x="14284" y="2101"/>
                </a:cubicBezTo>
                <a:cubicBezTo>
                  <a:pt x="14284" y="2076"/>
                  <a:pt x="14284" y="2076"/>
                  <a:pt x="14284" y="2076"/>
                </a:cubicBezTo>
                <a:cubicBezTo>
                  <a:pt x="14284" y="1734"/>
                  <a:pt x="14113" y="1564"/>
                  <a:pt x="13796" y="1564"/>
                </a:cubicBezTo>
                <a:cubicBezTo>
                  <a:pt x="13503" y="1564"/>
                  <a:pt x="13332" y="1734"/>
                  <a:pt x="13332" y="2076"/>
                </a:cubicBezTo>
                <a:cubicBezTo>
                  <a:pt x="13332" y="2101"/>
                  <a:pt x="13332" y="2101"/>
                  <a:pt x="13332" y="2101"/>
                </a:cubicBezTo>
                <a:cubicBezTo>
                  <a:pt x="13332" y="2443"/>
                  <a:pt x="13503" y="2613"/>
                  <a:pt x="13796" y="2613"/>
                </a:cubicBezTo>
                <a:close/>
                <a:moveTo>
                  <a:pt x="13576" y="2076"/>
                </a:moveTo>
                <a:lnTo>
                  <a:pt x="13576" y="2076"/>
                </a:lnTo>
                <a:cubicBezTo>
                  <a:pt x="13576" y="1857"/>
                  <a:pt x="13649" y="1734"/>
                  <a:pt x="13796" y="1734"/>
                </a:cubicBezTo>
                <a:cubicBezTo>
                  <a:pt x="13967" y="1734"/>
                  <a:pt x="14040" y="1857"/>
                  <a:pt x="14040" y="2076"/>
                </a:cubicBezTo>
                <a:cubicBezTo>
                  <a:pt x="14040" y="2101"/>
                  <a:pt x="14040" y="2101"/>
                  <a:pt x="14040" y="2101"/>
                </a:cubicBezTo>
                <a:cubicBezTo>
                  <a:pt x="14040" y="2320"/>
                  <a:pt x="13967" y="2443"/>
                  <a:pt x="13796" y="2443"/>
                </a:cubicBezTo>
                <a:cubicBezTo>
                  <a:pt x="13649" y="2443"/>
                  <a:pt x="13576" y="2320"/>
                  <a:pt x="13576" y="2101"/>
                </a:cubicBezTo>
                <a:lnTo>
                  <a:pt x="13576" y="2076"/>
                </a:lnTo>
                <a:close/>
                <a:moveTo>
                  <a:pt x="10279" y="4786"/>
                </a:moveTo>
                <a:lnTo>
                  <a:pt x="10279" y="4786"/>
                </a:lnTo>
                <a:cubicBezTo>
                  <a:pt x="10353" y="4786"/>
                  <a:pt x="10353" y="4786"/>
                  <a:pt x="10353" y="4786"/>
                </a:cubicBezTo>
                <a:cubicBezTo>
                  <a:pt x="10401" y="4786"/>
                  <a:pt x="10426" y="4761"/>
                  <a:pt x="10426" y="4713"/>
                </a:cubicBezTo>
                <a:cubicBezTo>
                  <a:pt x="10426" y="4127"/>
                  <a:pt x="10426" y="4127"/>
                  <a:pt x="10426" y="4127"/>
                </a:cubicBezTo>
                <a:cubicBezTo>
                  <a:pt x="10426" y="3908"/>
                  <a:pt x="10328" y="3761"/>
                  <a:pt x="10035" y="3761"/>
                </a:cubicBezTo>
                <a:cubicBezTo>
                  <a:pt x="9888" y="3761"/>
                  <a:pt x="9717" y="3810"/>
                  <a:pt x="9645" y="3834"/>
                </a:cubicBezTo>
                <a:cubicBezTo>
                  <a:pt x="9595" y="3859"/>
                  <a:pt x="9571" y="3908"/>
                  <a:pt x="9571" y="3956"/>
                </a:cubicBezTo>
                <a:cubicBezTo>
                  <a:pt x="9571" y="4713"/>
                  <a:pt x="9571" y="4713"/>
                  <a:pt x="9571" y="4713"/>
                </a:cubicBezTo>
                <a:cubicBezTo>
                  <a:pt x="9571" y="4761"/>
                  <a:pt x="9595" y="4786"/>
                  <a:pt x="9645" y="4786"/>
                </a:cubicBezTo>
                <a:cubicBezTo>
                  <a:pt x="9717" y="4786"/>
                  <a:pt x="9717" y="4786"/>
                  <a:pt x="9717" y="4786"/>
                </a:cubicBezTo>
                <a:cubicBezTo>
                  <a:pt x="9767" y="4786"/>
                  <a:pt x="9791" y="4761"/>
                  <a:pt x="9791" y="4713"/>
                </a:cubicBezTo>
                <a:cubicBezTo>
                  <a:pt x="9791" y="4006"/>
                  <a:pt x="9791" y="4006"/>
                  <a:pt x="9791" y="4006"/>
                </a:cubicBezTo>
                <a:cubicBezTo>
                  <a:pt x="9839" y="3981"/>
                  <a:pt x="9938" y="3956"/>
                  <a:pt x="10010" y="3956"/>
                </a:cubicBezTo>
                <a:cubicBezTo>
                  <a:pt x="10157" y="3956"/>
                  <a:pt x="10206" y="4030"/>
                  <a:pt x="10206" y="4176"/>
                </a:cubicBezTo>
                <a:cubicBezTo>
                  <a:pt x="10206" y="4713"/>
                  <a:pt x="10206" y="4713"/>
                  <a:pt x="10206" y="4713"/>
                </a:cubicBezTo>
                <a:cubicBezTo>
                  <a:pt x="10206" y="4761"/>
                  <a:pt x="10230" y="4786"/>
                  <a:pt x="10279" y="4786"/>
                </a:cubicBezTo>
                <a:close/>
                <a:moveTo>
                  <a:pt x="9595" y="2589"/>
                </a:moveTo>
                <a:lnTo>
                  <a:pt x="9595" y="2589"/>
                </a:lnTo>
                <a:cubicBezTo>
                  <a:pt x="9669" y="2589"/>
                  <a:pt x="9669" y="2589"/>
                  <a:pt x="9669" y="2589"/>
                </a:cubicBezTo>
                <a:cubicBezTo>
                  <a:pt x="9717" y="2589"/>
                  <a:pt x="9742" y="2565"/>
                  <a:pt x="9742" y="2515"/>
                </a:cubicBezTo>
                <a:cubicBezTo>
                  <a:pt x="9742" y="1808"/>
                  <a:pt x="9742" y="1808"/>
                  <a:pt x="9742" y="1808"/>
                </a:cubicBezTo>
                <a:cubicBezTo>
                  <a:pt x="9791" y="1783"/>
                  <a:pt x="9864" y="1759"/>
                  <a:pt x="9938" y="1759"/>
                </a:cubicBezTo>
                <a:cubicBezTo>
                  <a:pt x="10060" y="1759"/>
                  <a:pt x="10108" y="1808"/>
                  <a:pt x="10133" y="1881"/>
                </a:cubicBezTo>
                <a:cubicBezTo>
                  <a:pt x="10133" y="2515"/>
                  <a:pt x="10133" y="2515"/>
                  <a:pt x="10133" y="2515"/>
                </a:cubicBezTo>
                <a:cubicBezTo>
                  <a:pt x="10133" y="2565"/>
                  <a:pt x="10157" y="2589"/>
                  <a:pt x="10206" y="2589"/>
                </a:cubicBezTo>
                <a:cubicBezTo>
                  <a:pt x="10279" y="2589"/>
                  <a:pt x="10279" y="2589"/>
                  <a:pt x="10279" y="2589"/>
                </a:cubicBezTo>
                <a:cubicBezTo>
                  <a:pt x="10328" y="2589"/>
                  <a:pt x="10353" y="2565"/>
                  <a:pt x="10353" y="2515"/>
                </a:cubicBezTo>
                <a:cubicBezTo>
                  <a:pt x="10353" y="1808"/>
                  <a:pt x="10353" y="1808"/>
                  <a:pt x="10353" y="1808"/>
                </a:cubicBezTo>
                <a:cubicBezTo>
                  <a:pt x="10401" y="1783"/>
                  <a:pt x="10475" y="1759"/>
                  <a:pt x="10548" y="1759"/>
                </a:cubicBezTo>
                <a:cubicBezTo>
                  <a:pt x="10670" y="1759"/>
                  <a:pt x="10743" y="1832"/>
                  <a:pt x="10743" y="1979"/>
                </a:cubicBezTo>
                <a:cubicBezTo>
                  <a:pt x="10743" y="2515"/>
                  <a:pt x="10743" y="2515"/>
                  <a:pt x="10743" y="2515"/>
                </a:cubicBezTo>
                <a:cubicBezTo>
                  <a:pt x="10743" y="2565"/>
                  <a:pt x="10768" y="2589"/>
                  <a:pt x="10817" y="2589"/>
                </a:cubicBezTo>
                <a:cubicBezTo>
                  <a:pt x="10890" y="2589"/>
                  <a:pt x="10890" y="2589"/>
                  <a:pt x="10890" y="2589"/>
                </a:cubicBezTo>
                <a:cubicBezTo>
                  <a:pt x="10939" y="2589"/>
                  <a:pt x="10963" y="2565"/>
                  <a:pt x="10963" y="2515"/>
                </a:cubicBezTo>
                <a:cubicBezTo>
                  <a:pt x="10963" y="1954"/>
                  <a:pt x="10963" y="1954"/>
                  <a:pt x="10963" y="1954"/>
                </a:cubicBezTo>
                <a:cubicBezTo>
                  <a:pt x="10963" y="1710"/>
                  <a:pt x="10841" y="1564"/>
                  <a:pt x="10572" y="1564"/>
                </a:cubicBezTo>
                <a:cubicBezTo>
                  <a:pt x="10450" y="1564"/>
                  <a:pt x="10328" y="1588"/>
                  <a:pt x="10230" y="1636"/>
                </a:cubicBezTo>
                <a:cubicBezTo>
                  <a:pt x="10182" y="1588"/>
                  <a:pt x="10084" y="1564"/>
                  <a:pt x="9962" y="1564"/>
                </a:cubicBezTo>
                <a:cubicBezTo>
                  <a:pt x="9815" y="1564"/>
                  <a:pt x="9669" y="1612"/>
                  <a:pt x="9595" y="1636"/>
                </a:cubicBezTo>
                <a:cubicBezTo>
                  <a:pt x="9548" y="1661"/>
                  <a:pt x="9523" y="1710"/>
                  <a:pt x="9523" y="1759"/>
                </a:cubicBezTo>
                <a:cubicBezTo>
                  <a:pt x="9523" y="2515"/>
                  <a:pt x="9523" y="2515"/>
                  <a:pt x="9523" y="2515"/>
                </a:cubicBezTo>
                <a:cubicBezTo>
                  <a:pt x="9523" y="2565"/>
                  <a:pt x="9548" y="2589"/>
                  <a:pt x="9595" y="2589"/>
                </a:cubicBezTo>
                <a:close/>
                <a:moveTo>
                  <a:pt x="8644" y="2589"/>
                </a:moveTo>
                <a:lnTo>
                  <a:pt x="8644" y="2589"/>
                </a:lnTo>
                <a:cubicBezTo>
                  <a:pt x="9279" y="2589"/>
                  <a:pt x="9279" y="2589"/>
                  <a:pt x="9279" y="2589"/>
                </a:cubicBezTo>
                <a:cubicBezTo>
                  <a:pt x="9328" y="2589"/>
                  <a:pt x="9353" y="2565"/>
                  <a:pt x="9353" y="2515"/>
                </a:cubicBezTo>
                <a:cubicBezTo>
                  <a:pt x="9353" y="2467"/>
                  <a:pt x="9353" y="2467"/>
                  <a:pt x="9353" y="2467"/>
                </a:cubicBezTo>
                <a:cubicBezTo>
                  <a:pt x="9353" y="2418"/>
                  <a:pt x="9328" y="2394"/>
                  <a:pt x="9279" y="2394"/>
                </a:cubicBezTo>
                <a:cubicBezTo>
                  <a:pt x="8791" y="2394"/>
                  <a:pt x="8791" y="2394"/>
                  <a:pt x="8791" y="2394"/>
                </a:cubicBezTo>
                <a:cubicBezTo>
                  <a:pt x="8791" y="1979"/>
                  <a:pt x="8791" y="1979"/>
                  <a:pt x="8791" y="1979"/>
                </a:cubicBezTo>
                <a:cubicBezTo>
                  <a:pt x="9206" y="1979"/>
                  <a:pt x="9206" y="1979"/>
                  <a:pt x="9206" y="1979"/>
                </a:cubicBezTo>
                <a:cubicBezTo>
                  <a:pt x="9255" y="1979"/>
                  <a:pt x="9279" y="1954"/>
                  <a:pt x="9279" y="1905"/>
                </a:cubicBezTo>
                <a:cubicBezTo>
                  <a:pt x="9279" y="1881"/>
                  <a:pt x="9279" y="1881"/>
                  <a:pt x="9279" y="1881"/>
                </a:cubicBezTo>
                <a:cubicBezTo>
                  <a:pt x="9279" y="1832"/>
                  <a:pt x="9255" y="1808"/>
                  <a:pt x="9206" y="1808"/>
                </a:cubicBezTo>
                <a:cubicBezTo>
                  <a:pt x="8791" y="1808"/>
                  <a:pt x="8791" y="1808"/>
                  <a:pt x="8791" y="1808"/>
                </a:cubicBezTo>
                <a:cubicBezTo>
                  <a:pt x="8791" y="1417"/>
                  <a:pt x="8791" y="1417"/>
                  <a:pt x="8791" y="1417"/>
                </a:cubicBezTo>
                <a:cubicBezTo>
                  <a:pt x="9279" y="1417"/>
                  <a:pt x="9279" y="1417"/>
                  <a:pt x="9279" y="1417"/>
                </a:cubicBezTo>
                <a:cubicBezTo>
                  <a:pt x="9328" y="1417"/>
                  <a:pt x="9353" y="1393"/>
                  <a:pt x="9353" y="1343"/>
                </a:cubicBezTo>
                <a:cubicBezTo>
                  <a:pt x="9353" y="1295"/>
                  <a:pt x="9353" y="1295"/>
                  <a:pt x="9353" y="1295"/>
                </a:cubicBezTo>
                <a:cubicBezTo>
                  <a:pt x="9353" y="1246"/>
                  <a:pt x="9328" y="1222"/>
                  <a:pt x="9279" y="1222"/>
                </a:cubicBezTo>
                <a:cubicBezTo>
                  <a:pt x="8644" y="1222"/>
                  <a:pt x="8644" y="1222"/>
                  <a:pt x="8644" y="1222"/>
                </a:cubicBezTo>
                <a:cubicBezTo>
                  <a:pt x="8595" y="1222"/>
                  <a:pt x="8571" y="1246"/>
                  <a:pt x="8571" y="1295"/>
                </a:cubicBezTo>
                <a:cubicBezTo>
                  <a:pt x="8571" y="2515"/>
                  <a:pt x="8571" y="2515"/>
                  <a:pt x="8571" y="2515"/>
                </a:cubicBezTo>
                <a:cubicBezTo>
                  <a:pt x="8571" y="2565"/>
                  <a:pt x="8595" y="2589"/>
                  <a:pt x="8644" y="2589"/>
                </a:cubicBezTo>
                <a:close/>
                <a:moveTo>
                  <a:pt x="12966" y="1466"/>
                </a:moveTo>
                <a:lnTo>
                  <a:pt x="12966" y="1466"/>
                </a:lnTo>
                <a:cubicBezTo>
                  <a:pt x="13038" y="1466"/>
                  <a:pt x="13038" y="1466"/>
                  <a:pt x="13038" y="1466"/>
                </a:cubicBezTo>
                <a:cubicBezTo>
                  <a:pt x="13088" y="1466"/>
                  <a:pt x="13112" y="1441"/>
                  <a:pt x="13112" y="1368"/>
                </a:cubicBezTo>
                <a:cubicBezTo>
                  <a:pt x="13112" y="1295"/>
                  <a:pt x="13112" y="1295"/>
                  <a:pt x="13112" y="1295"/>
                </a:cubicBezTo>
                <a:cubicBezTo>
                  <a:pt x="13112" y="1246"/>
                  <a:pt x="13088" y="1222"/>
                  <a:pt x="13038" y="1222"/>
                </a:cubicBezTo>
                <a:cubicBezTo>
                  <a:pt x="12966" y="1222"/>
                  <a:pt x="12966" y="1222"/>
                  <a:pt x="12966" y="1222"/>
                </a:cubicBezTo>
                <a:cubicBezTo>
                  <a:pt x="12917" y="1222"/>
                  <a:pt x="12892" y="1246"/>
                  <a:pt x="12892" y="1295"/>
                </a:cubicBezTo>
                <a:cubicBezTo>
                  <a:pt x="12892" y="1368"/>
                  <a:pt x="12892" y="1368"/>
                  <a:pt x="12892" y="1368"/>
                </a:cubicBezTo>
                <a:cubicBezTo>
                  <a:pt x="12892" y="1441"/>
                  <a:pt x="12917" y="1466"/>
                  <a:pt x="12966" y="1466"/>
                </a:cubicBezTo>
                <a:close/>
                <a:moveTo>
                  <a:pt x="12257" y="1759"/>
                </a:moveTo>
                <a:lnTo>
                  <a:pt x="12257" y="1759"/>
                </a:lnTo>
                <a:cubicBezTo>
                  <a:pt x="12306" y="1759"/>
                  <a:pt x="12306" y="1759"/>
                  <a:pt x="12306" y="1759"/>
                </a:cubicBezTo>
                <a:cubicBezTo>
                  <a:pt x="12306" y="2272"/>
                  <a:pt x="12306" y="2272"/>
                  <a:pt x="12306" y="2272"/>
                </a:cubicBezTo>
                <a:cubicBezTo>
                  <a:pt x="12306" y="2491"/>
                  <a:pt x="12404" y="2589"/>
                  <a:pt x="12624" y="2589"/>
                </a:cubicBezTo>
                <a:cubicBezTo>
                  <a:pt x="12648" y="2589"/>
                  <a:pt x="12673" y="2589"/>
                  <a:pt x="12697" y="2589"/>
                </a:cubicBezTo>
                <a:cubicBezTo>
                  <a:pt x="12745" y="2565"/>
                  <a:pt x="12770" y="2565"/>
                  <a:pt x="12770" y="2515"/>
                </a:cubicBezTo>
                <a:cubicBezTo>
                  <a:pt x="12770" y="2467"/>
                  <a:pt x="12770" y="2467"/>
                  <a:pt x="12770" y="2467"/>
                </a:cubicBezTo>
                <a:cubicBezTo>
                  <a:pt x="12770" y="2443"/>
                  <a:pt x="12745" y="2394"/>
                  <a:pt x="12721" y="2394"/>
                </a:cubicBezTo>
                <a:cubicBezTo>
                  <a:pt x="12697" y="2418"/>
                  <a:pt x="12673" y="2418"/>
                  <a:pt x="12648" y="2418"/>
                </a:cubicBezTo>
                <a:cubicBezTo>
                  <a:pt x="12550" y="2418"/>
                  <a:pt x="12526" y="2345"/>
                  <a:pt x="12526" y="2272"/>
                </a:cubicBezTo>
                <a:cubicBezTo>
                  <a:pt x="12526" y="1759"/>
                  <a:pt x="12526" y="1759"/>
                  <a:pt x="12526" y="1759"/>
                </a:cubicBezTo>
                <a:cubicBezTo>
                  <a:pt x="12648" y="1759"/>
                  <a:pt x="12648" y="1759"/>
                  <a:pt x="12648" y="1759"/>
                </a:cubicBezTo>
                <a:cubicBezTo>
                  <a:pt x="12721" y="1759"/>
                  <a:pt x="12721" y="1734"/>
                  <a:pt x="12721" y="1686"/>
                </a:cubicBezTo>
                <a:cubicBezTo>
                  <a:pt x="12721" y="1661"/>
                  <a:pt x="12721" y="1661"/>
                  <a:pt x="12721" y="1661"/>
                </a:cubicBezTo>
                <a:cubicBezTo>
                  <a:pt x="12721" y="1612"/>
                  <a:pt x="12721" y="1588"/>
                  <a:pt x="12648" y="1588"/>
                </a:cubicBezTo>
                <a:cubicBezTo>
                  <a:pt x="12526" y="1588"/>
                  <a:pt x="12526" y="1588"/>
                  <a:pt x="12526" y="1588"/>
                </a:cubicBezTo>
                <a:cubicBezTo>
                  <a:pt x="12526" y="1441"/>
                  <a:pt x="12526" y="1441"/>
                  <a:pt x="12526" y="1441"/>
                </a:cubicBezTo>
                <a:cubicBezTo>
                  <a:pt x="12526" y="1393"/>
                  <a:pt x="12502" y="1368"/>
                  <a:pt x="12452" y="1368"/>
                </a:cubicBezTo>
                <a:cubicBezTo>
                  <a:pt x="12379" y="1368"/>
                  <a:pt x="12379" y="1368"/>
                  <a:pt x="12379" y="1368"/>
                </a:cubicBezTo>
                <a:cubicBezTo>
                  <a:pt x="12330" y="1368"/>
                  <a:pt x="12306" y="1393"/>
                  <a:pt x="12306" y="1441"/>
                </a:cubicBezTo>
                <a:cubicBezTo>
                  <a:pt x="12306" y="1588"/>
                  <a:pt x="12306" y="1588"/>
                  <a:pt x="12306" y="1588"/>
                </a:cubicBezTo>
                <a:cubicBezTo>
                  <a:pt x="12257" y="1588"/>
                  <a:pt x="12257" y="1588"/>
                  <a:pt x="12257" y="1588"/>
                </a:cubicBezTo>
                <a:cubicBezTo>
                  <a:pt x="12209" y="1588"/>
                  <a:pt x="12184" y="1612"/>
                  <a:pt x="12184" y="1661"/>
                </a:cubicBezTo>
                <a:cubicBezTo>
                  <a:pt x="12184" y="1686"/>
                  <a:pt x="12184" y="1686"/>
                  <a:pt x="12184" y="1686"/>
                </a:cubicBezTo>
                <a:cubicBezTo>
                  <a:pt x="12184" y="1734"/>
                  <a:pt x="12209" y="1759"/>
                  <a:pt x="12257" y="1759"/>
                </a:cubicBezTo>
                <a:close/>
                <a:moveTo>
                  <a:pt x="14870" y="4786"/>
                </a:moveTo>
                <a:lnTo>
                  <a:pt x="14870" y="4786"/>
                </a:lnTo>
                <a:cubicBezTo>
                  <a:pt x="14919" y="4786"/>
                  <a:pt x="14944" y="4786"/>
                  <a:pt x="14992" y="4761"/>
                </a:cubicBezTo>
                <a:cubicBezTo>
                  <a:pt x="15041" y="4761"/>
                  <a:pt x="15041" y="4737"/>
                  <a:pt x="15041" y="4663"/>
                </a:cubicBezTo>
                <a:lnTo>
                  <a:pt x="15041" y="4663"/>
                </a:lnTo>
                <a:cubicBezTo>
                  <a:pt x="15017" y="4615"/>
                  <a:pt x="15017" y="4591"/>
                  <a:pt x="14992" y="4615"/>
                </a:cubicBezTo>
                <a:cubicBezTo>
                  <a:pt x="14992" y="4615"/>
                  <a:pt x="14968" y="4615"/>
                  <a:pt x="14944" y="4615"/>
                </a:cubicBezTo>
                <a:cubicBezTo>
                  <a:pt x="14894" y="4615"/>
                  <a:pt x="14894" y="4591"/>
                  <a:pt x="14894" y="4517"/>
                </a:cubicBezTo>
                <a:cubicBezTo>
                  <a:pt x="14894" y="3859"/>
                  <a:pt x="14894" y="3859"/>
                  <a:pt x="14894" y="3859"/>
                </a:cubicBezTo>
                <a:cubicBezTo>
                  <a:pt x="14894" y="3810"/>
                  <a:pt x="14870" y="3785"/>
                  <a:pt x="14822" y="3785"/>
                </a:cubicBezTo>
                <a:cubicBezTo>
                  <a:pt x="14748" y="3785"/>
                  <a:pt x="14748" y="3785"/>
                  <a:pt x="14748" y="3785"/>
                </a:cubicBezTo>
                <a:cubicBezTo>
                  <a:pt x="14699" y="3785"/>
                  <a:pt x="14675" y="3810"/>
                  <a:pt x="14675" y="3859"/>
                </a:cubicBezTo>
                <a:cubicBezTo>
                  <a:pt x="14675" y="4517"/>
                  <a:pt x="14675" y="4517"/>
                  <a:pt x="14675" y="4517"/>
                </a:cubicBezTo>
                <a:cubicBezTo>
                  <a:pt x="14675" y="4737"/>
                  <a:pt x="14748" y="4786"/>
                  <a:pt x="14870" y="4786"/>
                </a:cubicBezTo>
                <a:close/>
                <a:moveTo>
                  <a:pt x="16921" y="4786"/>
                </a:moveTo>
                <a:lnTo>
                  <a:pt x="16921" y="4786"/>
                </a:lnTo>
                <a:cubicBezTo>
                  <a:pt x="16971" y="4786"/>
                  <a:pt x="16971" y="4761"/>
                  <a:pt x="16971" y="4713"/>
                </a:cubicBezTo>
                <a:cubicBezTo>
                  <a:pt x="16971" y="4688"/>
                  <a:pt x="16971" y="4688"/>
                  <a:pt x="16971" y="4688"/>
                </a:cubicBezTo>
                <a:cubicBezTo>
                  <a:pt x="16971" y="4639"/>
                  <a:pt x="16946" y="4615"/>
                  <a:pt x="16921" y="4615"/>
                </a:cubicBezTo>
                <a:cubicBezTo>
                  <a:pt x="16873" y="4615"/>
                  <a:pt x="16824" y="4639"/>
                  <a:pt x="16750" y="4639"/>
                </a:cubicBezTo>
                <a:cubicBezTo>
                  <a:pt x="16555" y="4639"/>
                  <a:pt x="16457" y="4517"/>
                  <a:pt x="16457" y="4298"/>
                </a:cubicBezTo>
                <a:cubicBezTo>
                  <a:pt x="16457" y="4274"/>
                  <a:pt x="16457" y="4274"/>
                  <a:pt x="16457" y="4274"/>
                </a:cubicBezTo>
                <a:cubicBezTo>
                  <a:pt x="16457" y="4054"/>
                  <a:pt x="16555" y="3932"/>
                  <a:pt x="16750" y="3932"/>
                </a:cubicBezTo>
                <a:cubicBezTo>
                  <a:pt x="16824" y="3932"/>
                  <a:pt x="16848" y="3932"/>
                  <a:pt x="16921" y="3956"/>
                </a:cubicBezTo>
                <a:cubicBezTo>
                  <a:pt x="16946" y="3956"/>
                  <a:pt x="16971" y="3932"/>
                  <a:pt x="16971" y="3883"/>
                </a:cubicBezTo>
                <a:cubicBezTo>
                  <a:pt x="16971" y="3859"/>
                  <a:pt x="16971" y="3859"/>
                  <a:pt x="16971" y="3859"/>
                </a:cubicBezTo>
                <a:cubicBezTo>
                  <a:pt x="16995" y="3810"/>
                  <a:pt x="16946" y="3785"/>
                  <a:pt x="16921" y="3785"/>
                </a:cubicBezTo>
                <a:cubicBezTo>
                  <a:pt x="16848" y="3761"/>
                  <a:pt x="16775" y="3761"/>
                  <a:pt x="16702" y="3761"/>
                </a:cubicBezTo>
                <a:cubicBezTo>
                  <a:pt x="16385" y="3761"/>
                  <a:pt x="16238" y="3932"/>
                  <a:pt x="16238" y="4274"/>
                </a:cubicBezTo>
                <a:cubicBezTo>
                  <a:pt x="16238" y="4298"/>
                  <a:pt x="16238" y="4298"/>
                  <a:pt x="16238" y="4298"/>
                </a:cubicBezTo>
                <a:cubicBezTo>
                  <a:pt x="16238" y="4639"/>
                  <a:pt x="16385" y="4810"/>
                  <a:pt x="16702" y="4810"/>
                </a:cubicBezTo>
                <a:cubicBezTo>
                  <a:pt x="16750" y="4810"/>
                  <a:pt x="16824" y="4810"/>
                  <a:pt x="16921" y="4786"/>
                </a:cubicBezTo>
                <a:close/>
                <a:moveTo>
                  <a:pt x="15774" y="5958"/>
                </a:moveTo>
                <a:lnTo>
                  <a:pt x="15774" y="5958"/>
                </a:lnTo>
                <a:cubicBezTo>
                  <a:pt x="15627" y="5958"/>
                  <a:pt x="15480" y="6006"/>
                  <a:pt x="15383" y="6031"/>
                </a:cubicBezTo>
                <a:cubicBezTo>
                  <a:pt x="15334" y="6056"/>
                  <a:pt x="15310" y="6104"/>
                  <a:pt x="15310" y="6153"/>
                </a:cubicBezTo>
                <a:cubicBezTo>
                  <a:pt x="15310" y="6910"/>
                  <a:pt x="15310" y="6910"/>
                  <a:pt x="15310" y="6910"/>
                </a:cubicBezTo>
                <a:cubicBezTo>
                  <a:pt x="15310" y="6959"/>
                  <a:pt x="15334" y="6983"/>
                  <a:pt x="15383" y="6983"/>
                </a:cubicBezTo>
                <a:cubicBezTo>
                  <a:pt x="15456" y="6983"/>
                  <a:pt x="15456" y="6983"/>
                  <a:pt x="15456" y="6983"/>
                </a:cubicBezTo>
                <a:cubicBezTo>
                  <a:pt x="15506" y="6983"/>
                  <a:pt x="15530" y="6959"/>
                  <a:pt x="15530" y="6910"/>
                </a:cubicBezTo>
                <a:cubicBezTo>
                  <a:pt x="15530" y="6202"/>
                  <a:pt x="15530" y="6202"/>
                  <a:pt x="15530" y="6202"/>
                </a:cubicBezTo>
                <a:cubicBezTo>
                  <a:pt x="15578" y="6178"/>
                  <a:pt x="15676" y="6153"/>
                  <a:pt x="15749" y="6153"/>
                </a:cubicBezTo>
                <a:cubicBezTo>
                  <a:pt x="15896" y="6153"/>
                  <a:pt x="15945" y="6226"/>
                  <a:pt x="15945" y="6373"/>
                </a:cubicBezTo>
                <a:cubicBezTo>
                  <a:pt x="15945" y="6910"/>
                  <a:pt x="15945" y="6910"/>
                  <a:pt x="15945" y="6910"/>
                </a:cubicBezTo>
                <a:cubicBezTo>
                  <a:pt x="15945" y="6959"/>
                  <a:pt x="15969" y="6983"/>
                  <a:pt x="16042" y="6983"/>
                </a:cubicBezTo>
                <a:cubicBezTo>
                  <a:pt x="16092" y="6983"/>
                  <a:pt x="16092" y="6983"/>
                  <a:pt x="16092" y="6983"/>
                </a:cubicBezTo>
                <a:cubicBezTo>
                  <a:pt x="16164" y="6983"/>
                  <a:pt x="16189" y="6959"/>
                  <a:pt x="16189" y="6910"/>
                </a:cubicBezTo>
                <a:cubicBezTo>
                  <a:pt x="16189" y="6324"/>
                  <a:pt x="16189" y="6324"/>
                  <a:pt x="16189" y="6324"/>
                </a:cubicBezTo>
                <a:cubicBezTo>
                  <a:pt x="16189" y="6104"/>
                  <a:pt x="16067" y="5958"/>
                  <a:pt x="15774" y="5958"/>
                </a:cubicBezTo>
                <a:close/>
                <a:moveTo>
                  <a:pt x="15115" y="6861"/>
                </a:moveTo>
                <a:lnTo>
                  <a:pt x="15115" y="6861"/>
                </a:lnTo>
                <a:cubicBezTo>
                  <a:pt x="15115" y="6812"/>
                  <a:pt x="15090" y="6812"/>
                  <a:pt x="15041" y="6812"/>
                </a:cubicBezTo>
                <a:cubicBezTo>
                  <a:pt x="14992" y="6812"/>
                  <a:pt x="14919" y="6837"/>
                  <a:pt x="14797" y="6837"/>
                </a:cubicBezTo>
                <a:cubicBezTo>
                  <a:pt x="14577" y="6837"/>
                  <a:pt x="14479" y="6764"/>
                  <a:pt x="14479" y="6568"/>
                </a:cubicBezTo>
                <a:cubicBezTo>
                  <a:pt x="15066" y="6568"/>
                  <a:pt x="15066" y="6568"/>
                  <a:pt x="15066" y="6568"/>
                </a:cubicBezTo>
                <a:cubicBezTo>
                  <a:pt x="15115" y="6568"/>
                  <a:pt x="15139" y="6519"/>
                  <a:pt x="15139" y="6471"/>
                </a:cubicBezTo>
                <a:cubicBezTo>
                  <a:pt x="15139" y="6446"/>
                  <a:pt x="15139" y="6446"/>
                  <a:pt x="15139" y="6446"/>
                </a:cubicBezTo>
                <a:cubicBezTo>
                  <a:pt x="15139" y="6104"/>
                  <a:pt x="14968" y="5958"/>
                  <a:pt x="14675" y="5958"/>
                </a:cubicBezTo>
                <a:cubicBezTo>
                  <a:pt x="14382" y="5958"/>
                  <a:pt x="14236" y="6128"/>
                  <a:pt x="14236" y="6471"/>
                </a:cubicBezTo>
                <a:cubicBezTo>
                  <a:pt x="14236" y="6495"/>
                  <a:pt x="14236" y="6495"/>
                  <a:pt x="14236" y="6495"/>
                </a:cubicBezTo>
                <a:cubicBezTo>
                  <a:pt x="14236" y="6861"/>
                  <a:pt x="14431" y="7007"/>
                  <a:pt x="14773" y="7007"/>
                </a:cubicBezTo>
                <a:cubicBezTo>
                  <a:pt x="14894" y="7007"/>
                  <a:pt x="14992" y="6983"/>
                  <a:pt x="15066" y="6983"/>
                </a:cubicBezTo>
                <a:cubicBezTo>
                  <a:pt x="15115" y="6959"/>
                  <a:pt x="15139" y="6935"/>
                  <a:pt x="15139" y="6886"/>
                </a:cubicBezTo>
                <a:lnTo>
                  <a:pt x="15115" y="6861"/>
                </a:lnTo>
                <a:close/>
                <a:moveTo>
                  <a:pt x="14699" y="6128"/>
                </a:moveTo>
                <a:lnTo>
                  <a:pt x="14699" y="6128"/>
                </a:lnTo>
                <a:cubicBezTo>
                  <a:pt x="14846" y="6128"/>
                  <a:pt x="14919" y="6226"/>
                  <a:pt x="14919" y="6421"/>
                </a:cubicBezTo>
                <a:cubicBezTo>
                  <a:pt x="14479" y="6421"/>
                  <a:pt x="14479" y="6421"/>
                  <a:pt x="14479" y="6421"/>
                </a:cubicBezTo>
                <a:cubicBezTo>
                  <a:pt x="14479" y="6226"/>
                  <a:pt x="14553" y="6128"/>
                  <a:pt x="14699" y="6128"/>
                </a:cubicBezTo>
                <a:close/>
                <a:moveTo>
                  <a:pt x="17093" y="6886"/>
                </a:moveTo>
                <a:lnTo>
                  <a:pt x="17093" y="6886"/>
                </a:lnTo>
                <a:cubicBezTo>
                  <a:pt x="17093" y="6837"/>
                  <a:pt x="17093" y="6812"/>
                  <a:pt x="17043" y="6812"/>
                </a:cubicBezTo>
                <a:cubicBezTo>
                  <a:pt x="16995" y="6837"/>
                  <a:pt x="16946" y="6837"/>
                  <a:pt x="16897" y="6837"/>
                </a:cubicBezTo>
                <a:cubicBezTo>
                  <a:pt x="16678" y="6837"/>
                  <a:pt x="16604" y="6739"/>
                  <a:pt x="16604" y="6495"/>
                </a:cubicBezTo>
                <a:cubicBezTo>
                  <a:pt x="16604" y="6471"/>
                  <a:pt x="16604" y="6471"/>
                  <a:pt x="16604" y="6471"/>
                </a:cubicBezTo>
                <a:cubicBezTo>
                  <a:pt x="16604" y="6251"/>
                  <a:pt x="16678" y="6128"/>
                  <a:pt x="16873" y="6128"/>
                </a:cubicBezTo>
                <a:cubicBezTo>
                  <a:pt x="16946" y="6128"/>
                  <a:pt x="16971" y="6153"/>
                  <a:pt x="17043" y="6153"/>
                </a:cubicBezTo>
                <a:cubicBezTo>
                  <a:pt x="17093" y="6153"/>
                  <a:pt x="17093" y="6128"/>
                  <a:pt x="17093" y="6080"/>
                </a:cubicBezTo>
                <a:cubicBezTo>
                  <a:pt x="17093" y="6056"/>
                  <a:pt x="17093" y="6056"/>
                  <a:pt x="17093" y="6056"/>
                </a:cubicBezTo>
                <a:cubicBezTo>
                  <a:pt x="17117" y="6006"/>
                  <a:pt x="17093" y="5982"/>
                  <a:pt x="17043" y="5982"/>
                </a:cubicBezTo>
                <a:cubicBezTo>
                  <a:pt x="16971" y="5982"/>
                  <a:pt x="16921" y="5958"/>
                  <a:pt x="16824" y="5958"/>
                </a:cubicBezTo>
                <a:cubicBezTo>
                  <a:pt x="16507" y="5958"/>
                  <a:pt x="16360" y="6128"/>
                  <a:pt x="16360" y="6471"/>
                </a:cubicBezTo>
                <a:cubicBezTo>
                  <a:pt x="16360" y="6495"/>
                  <a:pt x="16360" y="6495"/>
                  <a:pt x="16360" y="6495"/>
                </a:cubicBezTo>
                <a:cubicBezTo>
                  <a:pt x="16360" y="6837"/>
                  <a:pt x="16507" y="7007"/>
                  <a:pt x="16824" y="7007"/>
                </a:cubicBezTo>
                <a:cubicBezTo>
                  <a:pt x="16873" y="7007"/>
                  <a:pt x="16946" y="7007"/>
                  <a:pt x="17043" y="6983"/>
                </a:cubicBezTo>
                <a:cubicBezTo>
                  <a:pt x="17093" y="6983"/>
                  <a:pt x="17117" y="6959"/>
                  <a:pt x="17117" y="6910"/>
                </a:cubicBezTo>
                <a:lnTo>
                  <a:pt x="17093" y="6886"/>
                </a:lnTo>
                <a:close/>
                <a:moveTo>
                  <a:pt x="15432" y="4713"/>
                </a:moveTo>
                <a:lnTo>
                  <a:pt x="15432" y="4713"/>
                </a:lnTo>
                <a:cubicBezTo>
                  <a:pt x="15432" y="3956"/>
                  <a:pt x="15432" y="3956"/>
                  <a:pt x="15432" y="3956"/>
                </a:cubicBezTo>
                <a:cubicBezTo>
                  <a:pt x="15799" y="3956"/>
                  <a:pt x="15799" y="3956"/>
                  <a:pt x="15799" y="3956"/>
                </a:cubicBezTo>
                <a:cubicBezTo>
                  <a:pt x="15799" y="4517"/>
                  <a:pt x="15799" y="4517"/>
                  <a:pt x="15799" y="4517"/>
                </a:cubicBezTo>
                <a:cubicBezTo>
                  <a:pt x="15799" y="4737"/>
                  <a:pt x="15871" y="4786"/>
                  <a:pt x="15994" y="4786"/>
                </a:cubicBezTo>
                <a:cubicBezTo>
                  <a:pt x="16042" y="4786"/>
                  <a:pt x="16067" y="4786"/>
                  <a:pt x="16116" y="4761"/>
                </a:cubicBezTo>
                <a:cubicBezTo>
                  <a:pt x="16164" y="4761"/>
                  <a:pt x="16164" y="4737"/>
                  <a:pt x="16164" y="4663"/>
                </a:cubicBezTo>
                <a:cubicBezTo>
                  <a:pt x="16164" y="4639"/>
                  <a:pt x="16164" y="4639"/>
                  <a:pt x="16164" y="4639"/>
                </a:cubicBezTo>
                <a:cubicBezTo>
                  <a:pt x="16140" y="4615"/>
                  <a:pt x="16140" y="4591"/>
                  <a:pt x="16116" y="4615"/>
                </a:cubicBezTo>
                <a:cubicBezTo>
                  <a:pt x="16116" y="4615"/>
                  <a:pt x="16092" y="4615"/>
                  <a:pt x="16067" y="4615"/>
                </a:cubicBezTo>
                <a:cubicBezTo>
                  <a:pt x="16018" y="4615"/>
                  <a:pt x="16018" y="4591"/>
                  <a:pt x="16018" y="4517"/>
                </a:cubicBezTo>
                <a:cubicBezTo>
                  <a:pt x="16018" y="3859"/>
                  <a:pt x="16018" y="3859"/>
                  <a:pt x="16018" y="3859"/>
                </a:cubicBezTo>
                <a:cubicBezTo>
                  <a:pt x="16018" y="3810"/>
                  <a:pt x="15994" y="3785"/>
                  <a:pt x="15920" y="3785"/>
                </a:cubicBezTo>
                <a:cubicBezTo>
                  <a:pt x="15432" y="3785"/>
                  <a:pt x="15432" y="3785"/>
                  <a:pt x="15432" y="3785"/>
                </a:cubicBezTo>
                <a:cubicBezTo>
                  <a:pt x="15432" y="3713"/>
                  <a:pt x="15432" y="3713"/>
                  <a:pt x="15432" y="3713"/>
                </a:cubicBezTo>
                <a:cubicBezTo>
                  <a:pt x="15432" y="3615"/>
                  <a:pt x="15506" y="3541"/>
                  <a:pt x="15701" y="3541"/>
                </a:cubicBezTo>
                <a:cubicBezTo>
                  <a:pt x="15799" y="3541"/>
                  <a:pt x="15847" y="3566"/>
                  <a:pt x="15896" y="3566"/>
                </a:cubicBezTo>
                <a:cubicBezTo>
                  <a:pt x="15945" y="3590"/>
                  <a:pt x="15969" y="3566"/>
                  <a:pt x="15994" y="3517"/>
                </a:cubicBezTo>
                <a:cubicBezTo>
                  <a:pt x="15994" y="3492"/>
                  <a:pt x="15994" y="3492"/>
                  <a:pt x="15994" y="3492"/>
                </a:cubicBezTo>
                <a:cubicBezTo>
                  <a:pt x="16018" y="3444"/>
                  <a:pt x="15994" y="3420"/>
                  <a:pt x="15945" y="3420"/>
                </a:cubicBezTo>
                <a:cubicBezTo>
                  <a:pt x="15871" y="3395"/>
                  <a:pt x="15774" y="3370"/>
                  <a:pt x="15676" y="3370"/>
                </a:cubicBezTo>
                <a:cubicBezTo>
                  <a:pt x="15383" y="3370"/>
                  <a:pt x="15212" y="3492"/>
                  <a:pt x="15212" y="3713"/>
                </a:cubicBezTo>
                <a:cubicBezTo>
                  <a:pt x="15212" y="3785"/>
                  <a:pt x="15212" y="3785"/>
                  <a:pt x="15212" y="3785"/>
                </a:cubicBezTo>
                <a:cubicBezTo>
                  <a:pt x="15139" y="3785"/>
                  <a:pt x="15139" y="3785"/>
                  <a:pt x="15139" y="3785"/>
                </a:cubicBezTo>
                <a:cubicBezTo>
                  <a:pt x="15090" y="3785"/>
                  <a:pt x="15066" y="3810"/>
                  <a:pt x="15066" y="3859"/>
                </a:cubicBezTo>
                <a:cubicBezTo>
                  <a:pt x="15066" y="3883"/>
                  <a:pt x="15066" y="3883"/>
                  <a:pt x="15066" y="3883"/>
                </a:cubicBezTo>
                <a:cubicBezTo>
                  <a:pt x="15066" y="3932"/>
                  <a:pt x="15090" y="3956"/>
                  <a:pt x="15139" y="3956"/>
                </a:cubicBezTo>
                <a:cubicBezTo>
                  <a:pt x="15212" y="3956"/>
                  <a:pt x="15212" y="3956"/>
                  <a:pt x="15212" y="3956"/>
                </a:cubicBezTo>
                <a:cubicBezTo>
                  <a:pt x="15212" y="4713"/>
                  <a:pt x="15212" y="4713"/>
                  <a:pt x="15212" y="4713"/>
                </a:cubicBezTo>
                <a:cubicBezTo>
                  <a:pt x="15212" y="4761"/>
                  <a:pt x="15237" y="4786"/>
                  <a:pt x="15285" y="4786"/>
                </a:cubicBezTo>
                <a:cubicBezTo>
                  <a:pt x="15359" y="4786"/>
                  <a:pt x="15359" y="4786"/>
                  <a:pt x="15359" y="4786"/>
                </a:cubicBezTo>
                <a:cubicBezTo>
                  <a:pt x="15408" y="4786"/>
                  <a:pt x="15432" y="4761"/>
                  <a:pt x="15432" y="4713"/>
                </a:cubicBezTo>
                <a:close/>
                <a:moveTo>
                  <a:pt x="17361" y="4786"/>
                </a:moveTo>
                <a:lnTo>
                  <a:pt x="17361" y="4786"/>
                </a:lnTo>
                <a:cubicBezTo>
                  <a:pt x="17410" y="4786"/>
                  <a:pt x="17434" y="4786"/>
                  <a:pt x="17483" y="4761"/>
                </a:cubicBezTo>
                <a:cubicBezTo>
                  <a:pt x="17532" y="4761"/>
                  <a:pt x="17532" y="4737"/>
                  <a:pt x="17532" y="4663"/>
                </a:cubicBezTo>
                <a:cubicBezTo>
                  <a:pt x="17508" y="4663"/>
                  <a:pt x="17508" y="4663"/>
                  <a:pt x="17508" y="4663"/>
                </a:cubicBezTo>
                <a:cubicBezTo>
                  <a:pt x="17508" y="4615"/>
                  <a:pt x="17508" y="4591"/>
                  <a:pt x="17483" y="4615"/>
                </a:cubicBezTo>
                <a:cubicBezTo>
                  <a:pt x="17459" y="4615"/>
                  <a:pt x="17459" y="4615"/>
                  <a:pt x="17434" y="4615"/>
                </a:cubicBezTo>
                <a:cubicBezTo>
                  <a:pt x="17386" y="4615"/>
                  <a:pt x="17386" y="4591"/>
                  <a:pt x="17386" y="4517"/>
                </a:cubicBezTo>
                <a:cubicBezTo>
                  <a:pt x="17386" y="3859"/>
                  <a:pt x="17386" y="3859"/>
                  <a:pt x="17386" y="3859"/>
                </a:cubicBezTo>
                <a:cubicBezTo>
                  <a:pt x="17386" y="3810"/>
                  <a:pt x="17361" y="3785"/>
                  <a:pt x="17288" y="3785"/>
                </a:cubicBezTo>
                <a:cubicBezTo>
                  <a:pt x="17239" y="3785"/>
                  <a:pt x="17239" y="3785"/>
                  <a:pt x="17239" y="3785"/>
                </a:cubicBezTo>
                <a:cubicBezTo>
                  <a:pt x="17166" y="3785"/>
                  <a:pt x="17141" y="3810"/>
                  <a:pt x="17141" y="3859"/>
                </a:cubicBezTo>
                <a:cubicBezTo>
                  <a:pt x="17141" y="4517"/>
                  <a:pt x="17141" y="4517"/>
                  <a:pt x="17141" y="4517"/>
                </a:cubicBezTo>
                <a:cubicBezTo>
                  <a:pt x="17141" y="4737"/>
                  <a:pt x="17239" y="4786"/>
                  <a:pt x="17361" y="4786"/>
                </a:cubicBezTo>
                <a:close/>
                <a:moveTo>
                  <a:pt x="19022" y="4688"/>
                </a:moveTo>
                <a:lnTo>
                  <a:pt x="19022" y="4688"/>
                </a:lnTo>
                <a:cubicBezTo>
                  <a:pt x="19022" y="4663"/>
                  <a:pt x="19022" y="4663"/>
                  <a:pt x="19022" y="4663"/>
                </a:cubicBezTo>
                <a:cubicBezTo>
                  <a:pt x="19022" y="4639"/>
                  <a:pt x="19022" y="4591"/>
                  <a:pt x="18997" y="4615"/>
                </a:cubicBezTo>
                <a:cubicBezTo>
                  <a:pt x="18973" y="4615"/>
                  <a:pt x="18949" y="4615"/>
                  <a:pt x="18949" y="4615"/>
                </a:cubicBezTo>
                <a:cubicBezTo>
                  <a:pt x="18899" y="4615"/>
                  <a:pt x="18875" y="4591"/>
                  <a:pt x="18875" y="4517"/>
                </a:cubicBezTo>
                <a:cubicBezTo>
                  <a:pt x="18875" y="3468"/>
                  <a:pt x="18875" y="3468"/>
                  <a:pt x="18875" y="3468"/>
                </a:cubicBezTo>
                <a:cubicBezTo>
                  <a:pt x="18875" y="3395"/>
                  <a:pt x="18851" y="3370"/>
                  <a:pt x="18802" y="3370"/>
                </a:cubicBezTo>
                <a:cubicBezTo>
                  <a:pt x="18729" y="3370"/>
                  <a:pt x="18729" y="3370"/>
                  <a:pt x="18729" y="3370"/>
                </a:cubicBezTo>
                <a:cubicBezTo>
                  <a:pt x="18680" y="3370"/>
                  <a:pt x="18655" y="3395"/>
                  <a:pt x="18655" y="3468"/>
                </a:cubicBezTo>
                <a:cubicBezTo>
                  <a:pt x="18655" y="4517"/>
                  <a:pt x="18655" y="4517"/>
                  <a:pt x="18655" y="4517"/>
                </a:cubicBezTo>
                <a:cubicBezTo>
                  <a:pt x="18655" y="4713"/>
                  <a:pt x="18729" y="4786"/>
                  <a:pt x="18875" y="4786"/>
                </a:cubicBezTo>
                <a:cubicBezTo>
                  <a:pt x="18899" y="4786"/>
                  <a:pt x="18949" y="4786"/>
                  <a:pt x="18973" y="4761"/>
                </a:cubicBezTo>
                <a:cubicBezTo>
                  <a:pt x="19022" y="4761"/>
                  <a:pt x="19046" y="4761"/>
                  <a:pt x="19022" y="4688"/>
                </a:cubicBezTo>
                <a:close/>
                <a:moveTo>
                  <a:pt x="18069" y="3761"/>
                </a:moveTo>
                <a:lnTo>
                  <a:pt x="18069" y="3761"/>
                </a:lnTo>
                <a:cubicBezTo>
                  <a:pt x="17972" y="3761"/>
                  <a:pt x="17825" y="3785"/>
                  <a:pt x="17727" y="3785"/>
                </a:cubicBezTo>
                <a:cubicBezTo>
                  <a:pt x="17679" y="3810"/>
                  <a:pt x="17654" y="3810"/>
                  <a:pt x="17679" y="3883"/>
                </a:cubicBezTo>
                <a:cubicBezTo>
                  <a:pt x="17679" y="3908"/>
                  <a:pt x="17679" y="3908"/>
                  <a:pt x="17679" y="3908"/>
                </a:cubicBezTo>
                <a:cubicBezTo>
                  <a:pt x="17679" y="3956"/>
                  <a:pt x="17703" y="3981"/>
                  <a:pt x="17752" y="3956"/>
                </a:cubicBezTo>
                <a:cubicBezTo>
                  <a:pt x="17801" y="3956"/>
                  <a:pt x="17898" y="3932"/>
                  <a:pt x="17996" y="3932"/>
                </a:cubicBezTo>
                <a:cubicBezTo>
                  <a:pt x="18191" y="3932"/>
                  <a:pt x="18216" y="4006"/>
                  <a:pt x="18216" y="4103"/>
                </a:cubicBezTo>
                <a:cubicBezTo>
                  <a:pt x="18216" y="4225"/>
                  <a:pt x="18216" y="4225"/>
                  <a:pt x="18216" y="4225"/>
                </a:cubicBezTo>
                <a:cubicBezTo>
                  <a:pt x="18143" y="4201"/>
                  <a:pt x="18069" y="4176"/>
                  <a:pt x="17972" y="4176"/>
                </a:cubicBezTo>
                <a:cubicBezTo>
                  <a:pt x="17727" y="4176"/>
                  <a:pt x="17605" y="4298"/>
                  <a:pt x="17605" y="4468"/>
                </a:cubicBezTo>
                <a:cubicBezTo>
                  <a:pt x="17605" y="4517"/>
                  <a:pt x="17605" y="4517"/>
                  <a:pt x="17605" y="4517"/>
                </a:cubicBezTo>
                <a:cubicBezTo>
                  <a:pt x="17605" y="4737"/>
                  <a:pt x="17801" y="4810"/>
                  <a:pt x="18045" y="4810"/>
                </a:cubicBezTo>
                <a:cubicBezTo>
                  <a:pt x="18191" y="4810"/>
                  <a:pt x="18313" y="4786"/>
                  <a:pt x="18362" y="4761"/>
                </a:cubicBezTo>
                <a:cubicBezTo>
                  <a:pt x="18436" y="4737"/>
                  <a:pt x="18436" y="4713"/>
                  <a:pt x="18436" y="4663"/>
                </a:cubicBezTo>
                <a:cubicBezTo>
                  <a:pt x="18436" y="4103"/>
                  <a:pt x="18436" y="4103"/>
                  <a:pt x="18436" y="4103"/>
                </a:cubicBezTo>
                <a:cubicBezTo>
                  <a:pt x="18436" y="3859"/>
                  <a:pt x="18362" y="3761"/>
                  <a:pt x="18069" y="3761"/>
                </a:cubicBezTo>
                <a:close/>
                <a:moveTo>
                  <a:pt x="18216" y="4615"/>
                </a:moveTo>
                <a:lnTo>
                  <a:pt x="18216" y="4615"/>
                </a:lnTo>
                <a:cubicBezTo>
                  <a:pt x="18191" y="4639"/>
                  <a:pt x="18143" y="4639"/>
                  <a:pt x="18045" y="4639"/>
                </a:cubicBezTo>
                <a:cubicBezTo>
                  <a:pt x="17923" y="4639"/>
                  <a:pt x="17825" y="4615"/>
                  <a:pt x="17825" y="4493"/>
                </a:cubicBezTo>
                <a:lnTo>
                  <a:pt x="17825" y="4493"/>
                </a:lnTo>
                <a:cubicBezTo>
                  <a:pt x="17825" y="4395"/>
                  <a:pt x="17898" y="4346"/>
                  <a:pt x="18045" y="4346"/>
                </a:cubicBezTo>
                <a:cubicBezTo>
                  <a:pt x="18118" y="4346"/>
                  <a:pt x="18191" y="4346"/>
                  <a:pt x="18216" y="4370"/>
                </a:cubicBezTo>
                <a:lnTo>
                  <a:pt x="18216" y="4615"/>
                </a:lnTo>
                <a:close/>
                <a:moveTo>
                  <a:pt x="18094" y="6861"/>
                </a:moveTo>
                <a:lnTo>
                  <a:pt x="18094" y="6861"/>
                </a:lnTo>
                <a:cubicBezTo>
                  <a:pt x="18069" y="6812"/>
                  <a:pt x="18069" y="6812"/>
                  <a:pt x="18020" y="6812"/>
                </a:cubicBezTo>
                <a:cubicBezTo>
                  <a:pt x="17948" y="6812"/>
                  <a:pt x="17874" y="6837"/>
                  <a:pt x="17752" y="6837"/>
                </a:cubicBezTo>
                <a:cubicBezTo>
                  <a:pt x="17532" y="6837"/>
                  <a:pt x="17459" y="6764"/>
                  <a:pt x="17434" y="6568"/>
                </a:cubicBezTo>
                <a:cubicBezTo>
                  <a:pt x="18020" y="6568"/>
                  <a:pt x="18020" y="6568"/>
                  <a:pt x="18020" y="6568"/>
                </a:cubicBezTo>
                <a:cubicBezTo>
                  <a:pt x="18069" y="6568"/>
                  <a:pt x="18094" y="6519"/>
                  <a:pt x="18094" y="6471"/>
                </a:cubicBezTo>
                <a:cubicBezTo>
                  <a:pt x="18094" y="6446"/>
                  <a:pt x="18094" y="6446"/>
                  <a:pt x="18094" y="6446"/>
                </a:cubicBezTo>
                <a:cubicBezTo>
                  <a:pt x="18094" y="6104"/>
                  <a:pt x="17948" y="5958"/>
                  <a:pt x="17654" y="5958"/>
                </a:cubicBezTo>
                <a:cubicBezTo>
                  <a:pt x="17361" y="5958"/>
                  <a:pt x="17190" y="6128"/>
                  <a:pt x="17190" y="6471"/>
                </a:cubicBezTo>
                <a:cubicBezTo>
                  <a:pt x="17190" y="6495"/>
                  <a:pt x="17190" y="6495"/>
                  <a:pt x="17190" y="6495"/>
                </a:cubicBezTo>
                <a:cubicBezTo>
                  <a:pt x="17190" y="6861"/>
                  <a:pt x="17386" y="7007"/>
                  <a:pt x="17727" y="7007"/>
                </a:cubicBezTo>
                <a:cubicBezTo>
                  <a:pt x="17850" y="7007"/>
                  <a:pt x="17972" y="6983"/>
                  <a:pt x="18020" y="6983"/>
                </a:cubicBezTo>
                <a:cubicBezTo>
                  <a:pt x="18069" y="6959"/>
                  <a:pt x="18094" y="6935"/>
                  <a:pt x="18094" y="6886"/>
                </a:cubicBezTo>
                <a:lnTo>
                  <a:pt x="18094" y="6861"/>
                </a:lnTo>
                <a:close/>
                <a:moveTo>
                  <a:pt x="17654" y="6128"/>
                </a:moveTo>
                <a:lnTo>
                  <a:pt x="17654" y="6128"/>
                </a:lnTo>
                <a:cubicBezTo>
                  <a:pt x="17801" y="6128"/>
                  <a:pt x="17874" y="6226"/>
                  <a:pt x="17874" y="6421"/>
                </a:cubicBezTo>
                <a:cubicBezTo>
                  <a:pt x="17434" y="6421"/>
                  <a:pt x="17434" y="6421"/>
                  <a:pt x="17434" y="6421"/>
                </a:cubicBezTo>
                <a:cubicBezTo>
                  <a:pt x="17459" y="6226"/>
                  <a:pt x="17508" y="6128"/>
                  <a:pt x="17654" y="6128"/>
                </a:cubicBezTo>
                <a:close/>
                <a:moveTo>
                  <a:pt x="17215" y="3663"/>
                </a:moveTo>
                <a:lnTo>
                  <a:pt x="17215" y="3663"/>
                </a:lnTo>
                <a:cubicBezTo>
                  <a:pt x="17312" y="3663"/>
                  <a:pt x="17312" y="3663"/>
                  <a:pt x="17312" y="3663"/>
                </a:cubicBezTo>
                <a:cubicBezTo>
                  <a:pt x="17361" y="3663"/>
                  <a:pt x="17386" y="3639"/>
                  <a:pt x="17386" y="3566"/>
                </a:cubicBezTo>
                <a:cubicBezTo>
                  <a:pt x="17386" y="3492"/>
                  <a:pt x="17386" y="3492"/>
                  <a:pt x="17386" y="3492"/>
                </a:cubicBezTo>
                <a:cubicBezTo>
                  <a:pt x="17386" y="3444"/>
                  <a:pt x="17361" y="3420"/>
                  <a:pt x="17312" y="3420"/>
                </a:cubicBezTo>
                <a:cubicBezTo>
                  <a:pt x="17215" y="3420"/>
                  <a:pt x="17215" y="3420"/>
                  <a:pt x="17215" y="3420"/>
                </a:cubicBezTo>
                <a:cubicBezTo>
                  <a:pt x="17166" y="3420"/>
                  <a:pt x="17141" y="3444"/>
                  <a:pt x="17141" y="3492"/>
                </a:cubicBezTo>
                <a:cubicBezTo>
                  <a:pt x="17141" y="3566"/>
                  <a:pt x="17141" y="3566"/>
                  <a:pt x="17141" y="3566"/>
                </a:cubicBezTo>
                <a:cubicBezTo>
                  <a:pt x="17141" y="3639"/>
                  <a:pt x="17166" y="3663"/>
                  <a:pt x="17215" y="3663"/>
                </a:cubicBezTo>
                <a:close/>
                <a:moveTo>
                  <a:pt x="14162" y="5982"/>
                </a:moveTo>
                <a:lnTo>
                  <a:pt x="14162" y="5982"/>
                </a:lnTo>
                <a:cubicBezTo>
                  <a:pt x="14137" y="5958"/>
                  <a:pt x="14089" y="5958"/>
                  <a:pt x="14065" y="5958"/>
                </a:cubicBezTo>
                <a:cubicBezTo>
                  <a:pt x="13991" y="5958"/>
                  <a:pt x="13943" y="5982"/>
                  <a:pt x="13893" y="6031"/>
                </a:cubicBezTo>
                <a:cubicBezTo>
                  <a:pt x="13820" y="5982"/>
                  <a:pt x="13722" y="5958"/>
                  <a:pt x="13625" y="5958"/>
                </a:cubicBezTo>
                <a:cubicBezTo>
                  <a:pt x="13332" y="5958"/>
                  <a:pt x="13185" y="6080"/>
                  <a:pt x="13185" y="6349"/>
                </a:cubicBezTo>
                <a:cubicBezTo>
                  <a:pt x="13185" y="6373"/>
                  <a:pt x="13185" y="6373"/>
                  <a:pt x="13185" y="6373"/>
                </a:cubicBezTo>
                <a:cubicBezTo>
                  <a:pt x="13185" y="6544"/>
                  <a:pt x="13258" y="6642"/>
                  <a:pt x="13357" y="6690"/>
                </a:cubicBezTo>
                <a:cubicBezTo>
                  <a:pt x="13332" y="6739"/>
                  <a:pt x="13283" y="6764"/>
                  <a:pt x="13283" y="6837"/>
                </a:cubicBezTo>
                <a:cubicBezTo>
                  <a:pt x="13283" y="7154"/>
                  <a:pt x="13845" y="6983"/>
                  <a:pt x="13845" y="7130"/>
                </a:cubicBezTo>
                <a:cubicBezTo>
                  <a:pt x="13845" y="7203"/>
                  <a:pt x="13722" y="7228"/>
                  <a:pt x="13552" y="7228"/>
                </a:cubicBezTo>
                <a:cubicBezTo>
                  <a:pt x="13478" y="7228"/>
                  <a:pt x="13381" y="7203"/>
                  <a:pt x="13283" y="7203"/>
                </a:cubicBezTo>
                <a:cubicBezTo>
                  <a:pt x="13210" y="7203"/>
                  <a:pt x="13210" y="7203"/>
                  <a:pt x="13185" y="7276"/>
                </a:cubicBezTo>
                <a:lnTo>
                  <a:pt x="13185" y="7276"/>
                </a:lnTo>
                <a:cubicBezTo>
                  <a:pt x="13185" y="7350"/>
                  <a:pt x="13210" y="7350"/>
                  <a:pt x="13258" y="7374"/>
                </a:cubicBezTo>
                <a:cubicBezTo>
                  <a:pt x="13381" y="7374"/>
                  <a:pt x="13503" y="7374"/>
                  <a:pt x="13625" y="7374"/>
                </a:cubicBezTo>
                <a:cubicBezTo>
                  <a:pt x="13845" y="7374"/>
                  <a:pt x="14089" y="7350"/>
                  <a:pt x="14089" y="7130"/>
                </a:cubicBezTo>
                <a:cubicBezTo>
                  <a:pt x="14089" y="6812"/>
                  <a:pt x="13527" y="6959"/>
                  <a:pt x="13527" y="6812"/>
                </a:cubicBezTo>
                <a:cubicBezTo>
                  <a:pt x="13527" y="6764"/>
                  <a:pt x="13576" y="6764"/>
                  <a:pt x="13625" y="6764"/>
                </a:cubicBezTo>
                <a:cubicBezTo>
                  <a:pt x="13893" y="6764"/>
                  <a:pt x="14040" y="6642"/>
                  <a:pt x="14040" y="6373"/>
                </a:cubicBezTo>
                <a:cubicBezTo>
                  <a:pt x="14040" y="6349"/>
                  <a:pt x="14040" y="6349"/>
                  <a:pt x="14040" y="6349"/>
                </a:cubicBezTo>
                <a:cubicBezTo>
                  <a:pt x="14040" y="6300"/>
                  <a:pt x="14040" y="6251"/>
                  <a:pt x="14040" y="6202"/>
                </a:cubicBezTo>
                <a:cubicBezTo>
                  <a:pt x="14040" y="6153"/>
                  <a:pt x="14065" y="6128"/>
                  <a:pt x="14089" y="6128"/>
                </a:cubicBezTo>
                <a:cubicBezTo>
                  <a:pt x="14113" y="6128"/>
                  <a:pt x="14137" y="6153"/>
                  <a:pt x="14162" y="6153"/>
                </a:cubicBezTo>
                <a:cubicBezTo>
                  <a:pt x="14186" y="6153"/>
                  <a:pt x="14186" y="6128"/>
                  <a:pt x="14186" y="6080"/>
                </a:cubicBezTo>
                <a:cubicBezTo>
                  <a:pt x="14211" y="6056"/>
                  <a:pt x="14211" y="6056"/>
                  <a:pt x="14211" y="6056"/>
                </a:cubicBezTo>
                <a:cubicBezTo>
                  <a:pt x="14211" y="6006"/>
                  <a:pt x="14211" y="6006"/>
                  <a:pt x="14162" y="5982"/>
                </a:cubicBezTo>
                <a:close/>
                <a:moveTo>
                  <a:pt x="13820" y="6373"/>
                </a:moveTo>
                <a:lnTo>
                  <a:pt x="13820" y="6373"/>
                </a:lnTo>
                <a:cubicBezTo>
                  <a:pt x="13820" y="6495"/>
                  <a:pt x="13747" y="6593"/>
                  <a:pt x="13625" y="6593"/>
                </a:cubicBezTo>
                <a:cubicBezTo>
                  <a:pt x="13478" y="6593"/>
                  <a:pt x="13429" y="6519"/>
                  <a:pt x="13429" y="6373"/>
                </a:cubicBezTo>
                <a:cubicBezTo>
                  <a:pt x="13429" y="6349"/>
                  <a:pt x="13429" y="6349"/>
                  <a:pt x="13429" y="6349"/>
                </a:cubicBezTo>
                <a:cubicBezTo>
                  <a:pt x="13429" y="6202"/>
                  <a:pt x="13478" y="6128"/>
                  <a:pt x="13625" y="6128"/>
                </a:cubicBezTo>
                <a:cubicBezTo>
                  <a:pt x="13747" y="6128"/>
                  <a:pt x="13820" y="6202"/>
                  <a:pt x="13820" y="6349"/>
                </a:cubicBezTo>
                <a:lnTo>
                  <a:pt x="13820" y="6373"/>
                </a:lnTo>
                <a:close/>
                <a:moveTo>
                  <a:pt x="9475" y="5958"/>
                </a:moveTo>
                <a:lnTo>
                  <a:pt x="9475" y="5958"/>
                </a:lnTo>
                <a:cubicBezTo>
                  <a:pt x="9328" y="5958"/>
                  <a:pt x="9182" y="6006"/>
                  <a:pt x="9084" y="6031"/>
                </a:cubicBezTo>
                <a:cubicBezTo>
                  <a:pt x="9035" y="6056"/>
                  <a:pt x="9010" y="6104"/>
                  <a:pt x="9010" y="6153"/>
                </a:cubicBezTo>
                <a:cubicBezTo>
                  <a:pt x="9010" y="6910"/>
                  <a:pt x="9010" y="6910"/>
                  <a:pt x="9010" y="6910"/>
                </a:cubicBezTo>
                <a:cubicBezTo>
                  <a:pt x="9010" y="6959"/>
                  <a:pt x="9035" y="6983"/>
                  <a:pt x="9084" y="6983"/>
                </a:cubicBezTo>
                <a:cubicBezTo>
                  <a:pt x="9157" y="6983"/>
                  <a:pt x="9157" y="6983"/>
                  <a:pt x="9157" y="6983"/>
                </a:cubicBezTo>
                <a:cubicBezTo>
                  <a:pt x="9230" y="6983"/>
                  <a:pt x="9230" y="6959"/>
                  <a:pt x="9230" y="6910"/>
                </a:cubicBezTo>
                <a:cubicBezTo>
                  <a:pt x="9230" y="6202"/>
                  <a:pt x="9230" y="6202"/>
                  <a:pt x="9230" y="6202"/>
                </a:cubicBezTo>
                <a:cubicBezTo>
                  <a:pt x="9279" y="6178"/>
                  <a:pt x="9377" y="6153"/>
                  <a:pt x="9450" y="6153"/>
                </a:cubicBezTo>
                <a:cubicBezTo>
                  <a:pt x="9595" y="6153"/>
                  <a:pt x="9645" y="6226"/>
                  <a:pt x="9645" y="6373"/>
                </a:cubicBezTo>
                <a:cubicBezTo>
                  <a:pt x="9645" y="6910"/>
                  <a:pt x="9645" y="6910"/>
                  <a:pt x="9645" y="6910"/>
                </a:cubicBezTo>
                <a:cubicBezTo>
                  <a:pt x="9645" y="6959"/>
                  <a:pt x="9669" y="6983"/>
                  <a:pt x="9742" y="6983"/>
                </a:cubicBezTo>
                <a:cubicBezTo>
                  <a:pt x="9815" y="6983"/>
                  <a:pt x="9815" y="6983"/>
                  <a:pt x="9815" y="6983"/>
                </a:cubicBezTo>
                <a:cubicBezTo>
                  <a:pt x="9864" y="6983"/>
                  <a:pt x="9888" y="6959"/>
                  <a:pt x="9888" y="6910"/>
                </a:cubicBezTo>
                <a:cubicBezTo>
                  <a:pt x="9888" y="6324"/>
                  <a:pt x="9888" y="6324"/>
                  <a:pt x="9888" y="6324"/>
                </a:cubicBezTo>
                <a:cubicBezTo>
                  <a:pt x="9888" y="6104"/>
                  <a:pt x="9767" y="5958"/>
                  <a:pt x="9475" y="5958"/>
                </a:cubicBezTo>
                <a:close/>
                <a:moveTo>
                  <a:pt x="12087" y="2101"/>
                </a:moveTo>
                <a:lnTo>
                  <a:pt x="12087" y="2101"/>
                </a:lnTo>
                <a:cubicBezTo>
                  <a:pt x="12087" y="2076"/>
                  <a:pt x="12087" y="2076"/>
                  <a:pt x="12087" y="2076"/>
                </a:cubicBezTo>
                <a:cubicBezTo>
                  <a:pt x="12087" y="1734"/>
                  <a:pt x="11916" y="1564"/>
                  <a:pt x="11598" y="1564"/>
                </a:cubicBezTo>
                <a:cubicBezTo>
                  <a:pt x="11305" y="1564"/>
                  <a:pt x="11134" y="1734"/>
                  <a:pt x="11134" y="2076"/>
                </a:cubicBezTo>
                <a:cubicBezTo>
                  <a:pt x="11134" y="2101"/>
                  <a:pt x="11134" y="2101"/>
                  <a:pt x="11134" y="2101"/>
                </a:cubicBezTo>
                <a:cubicBezTo>
                  <a:pt x="11134" y="2443"/>
                  <a:pt x="11305" y="2613"/>
                  <a:pt x="11598" y="2613"/>
                </a:cubicBezTo>
                <a:cubicBezTo>
                  <a:pt x="11916" y="2613"/>
                  <a:pt x="12087" y="2443"/>
                  <a:pt x="12087" y="2101"/>
                </a:cubicBezTo>
                <a:close/>
                <a:moveTo>
                  <a:pt x="11842" y="2101"/>
                </a:moveTo>
                <a:lnTo>
                  <a:pt x="11842" y="2101"/>
                </a:lnTo>
                <a:cubicBezTo>
                  <a:pt x="11842" y="2320"/>
                  <a:pt x="11769" y="2443"/>
                  <a:pt x="11598" y="2443"/>
                </a:cubicBezTo>
                <a:cubicBezTo>
                  <a:pt x="11451" y="2443"/>
                  <a:pt x="11378" y="2320"/>
                  <a:pt x="11378" y="2101"/>
                </a:cubicBezTo>
                <a:cubicBezTo>
                  <a:pt x="11378" y="2076"/>
                  <a:pt x="11378" y="2076"/>
                  <a:pt x="11378" y="2076"/>
                </a:cubicBezTo>
                <a:cubicBezTo>
                  <a:pt x="11378" y="1857"/>
                  <a:pt x="11451" y="1734"/>
                  <a:pt x="11598" y="1734"/>
                </a:cubicBezTo>
                <a:cubicBezTo>
                  <a:pt x="11769" y="1734"/>
                  <a:pt x="11842" y="1857"/>
                  <a:pt x="11842" y="2076"/>
                </a:cubicBezTo>
                <a:lnTo>
                  <a:pt x="11842" y="2101"/>
                </a:lnTo>
                <a:close/>
                <a:moveTo>
                  <a:pt x="11549" y="6861"/>
                </a:moveTo>
                <a:lnTo>
                  <a:pt x="11549" y="6861"/>
                </a:lnTo>
                <a:cubicBezTo>
                  <a:pt x="11525" y="6812"/>
                  <a:pt x="11525" y="6812"/>
                  <a:pt x="11476" y="6812"/>
                </a:cubicBezTo>
                <a:cubicBezTo>
                  <a:pt x="11403" y="6812"/>
                  <a:pt x="11329" y="6837"/>
                  <a:pt x="11232" y="6837"/>
                </a:cubicBezTo>
                <a:cubicBezTo>
                  <a:pt x="10987" y="6837"/>
                  <a:pt x="10915" y="6764"/>
                  <a:pt x="10890" y="6568"/>
                </a:cubicBezTo>
                <a:cubicBezTo>
                  <a:pt x="11476" y="6568"/>
                  <a:pt x="11476" y="6568"/>
                  <a:pt x="11476" y="6568"/>
                </a:cubicBezTo>
                <a:cubicBezTo>
                  <a:pt x="11525" y="6568"/>
                  <a:pt x="11549" y="6519"/>
                  <a:pt x="11549" y="6471"/>
                </a:cubicBezTo>
                <a:cubicBezTo>
                  <a:pt x="11549" y="6446"/>
                  <a:pt x="11549" y="6446"/>
                  <a:pt x="11549" y="6446"/>
                </a:cubicBezTo>
                <a:cubicBezTo>
                  <a:pt x="11549" y="6104"/>
                  <a:pt x="11403" y="5958"/>
                  <a:pt x="11109" y="5958"/>
                </a:cubicBezTo>
                <a:cubicBezTo>
                  <a:pt x="10817" y="5958"/>
                  <a:pt x="10670" y="6128"/>
                  <a:pt x="10670" y="6471"/>
                </a:cubicBezTo>
                <a:cubicBezTo>
                  <a:pt x="10670" y="6495"/>
                  <a:pt x="10670" y="6495"/>
                  <a:pt x="10670" y="6495"/>
                </a:cubicBezTo>
                <a:cubicBezTo>
                  <a:pt x="10670" y="6861"/>
                  <a:pt x="10841" y="7007"/>
                  <a:pt x="11183" y="7007"/>
                </a:cubicBezTo>
                <a:cubicBezTo>
                  <a:pt x="11305" y="7007"/>
                  <a:pt x="11427" y="6983"/>
                  <a:pt x="11501" y="6983"/>
                </a:cubicBezTo>
                <a:cubicBezTo>
                  <a:pt x="11549" y="6959"/>
                  <a:pt x="11549" y="6935"/>
                  <a:pt x="11549" y="6886"/>
                </a:cubicBezTo>
                <a:lnTo>
                  <a:pt x="11549" y="6861"/>
                </a:lnTo>
                <a:close/>
                <a:moveTo>
                  <a:pt x="11109" y="6128"/>
                </a:moveTo>
                <a:lnTo>
                  <a:pt x="11109" y="6128"/>
                </a:lnTo>
                <a:cubicBezTo>
                  <a:pt x="11256" y="6128"/>
                  <a:pt x="11329" y="6226"/>
                  <a:pt x="11329" y="6421"/>
                </a:cubicBezTo>
                <a:cubicBezTo>
                  <a:pt x="10890" y="6421"/>
                  <a:pt x="10890" y="6421"/>
                  <a:pt x="10890" y="6421"/>
                </a:cubicBezTo>
                <a:cubicBezTo>
                  <a:pt x="10915" y="6226"/>
                  <a:pt x="10963" y="6128"/>
                  <a:pt x="11109" y="6128"/>
                </a:cubicBezTo>
                <a:close/>
                <a:moveTo>
                  <a:pt x="11109" y="4810"/>
                </a:moveTo>
                <a:lnTo>
                  <a:pt x="11109" y="4810"/>
                </a:lnTo>
                <a:cubicBezTo>
                  <a:pt x="11232" y="4810"/>
                  <a:pt x="11378" y="4786"/>
                  <a:pt x="11427" y="4761"/>
                </a:cubicBezTo>
                <a:cubicBezTo>
                  <a:pt x="11501" y="4761"/>
                  <a:pt x="11501" y="4737"/>
                  <a:pt x="11501" y="4663"/>
                </a:cubicBezTo>
                <a:cubicBezTo>
                  <a:pt x="11501" y="3468"/>
                  <a:pt x="11501" y="3468"/>
                  <a:pt x="11501" y="3468"/>
                </a:cubicBezTo>
                <a:cubicBezTo>
                  <a:pt x="11501" y="3420"/>
                  <a:pt x="11476" y="3395"/>
                  <a:pt x="11427" y="3395"/>
                </a:cubicBezTo>
                <a:cubicBezTo>
                  <a:pt x="11354" y="3395"/>
                  <a:pt x="11354" y="3395"/>
                  <a:pt x="11354" y="3395"/>
                </a:cubicBezTo>
                <a:cubicBezTo>
                  <a:pt x="11305" y="3395"/>
                  <a:pt x="11280" y="3420"/>
                  <a:pt x="11280" y="3468"/>
                </a:cubicBezTo>
                <a:cubicBezTo>
                  <a:pt x="11280" y="3834"/>
                  <a:pt x="11280" y="3834"/>
                  <a:pt x="11280" y="3834"/>
                </a:cubicBezTo>
                <a:cubicBezTo>
                  <a:pt x="11208" y="3785"/>
                  <a:pt x="11134" y="3761"/>
                  <a:pt x="11036" y="3761"/>
                </a:cubicBezTo>
                <a:cubicBezTo>
                  <a:pt x="10743" y="3761"/>
                  <a:pt x="10621" y="3956"/>
                  <a:pt x="10621" y="4274"/>
                </a:cubicBezTo>
                <a:cubicBezTo>
                  <a:pt x="10621" y="4298"/>
                  <a:pt x="10621" y="4298"/>
                  <a:pt x="10621" y="4298"/>
                </a:cubicBezTo>
                <a:cubicBezTo>
                  <a:pt x="10621" y="4688"/>
                  <a:pt x="10817" y="4810"/>
                  <a:pt x="11109" y="4810"/>
                </a:cubicBezTo>
                <a:close/>
                <a:moveTo>
                  <a:pt x="10841" y="4274"/>
                </a:moveTo>
                <a:lnTo>
                  <a:pt x="10841" y="4274"/>
                </a:lnTo>
                <a:cubicBezTo>
                  <a:pt x="10841" y="4078"/>
                  <a:pt x="10915" y="3956"/>
                  <a:pt x="11109" y="3956"/>
                </a:cubicBezTo>
                <a:cubicBezTo>
                  <a:pt x="11158" y="3956"/>
                  <a:pt x="11232" y="3956"/>
                  <a:pt x="11280" y="4006"/>
                </a:cubicBezTo>
                <a:cubicBezTo>
                  <a:pt x="11280" y="4615"/>
                  <a:pt x="11280" y="4615"/>
                  <a:pt x="11280" y="4615"/>
                </a:cubicBezTo>
                <a:cubicBezTo>
                  <a:pt x="11256" y="4615"/>
                  <a:pt x="11183" y="4639"/>
                  <a:pt x="11109" y="4639"/>
                </a:cubicBezTo>
                <a:cubicBezTo>
                  <a:pt x="10939" y="4639"/>
                  <a:pt x="10841" y="4517"/>
                  <a:pt x="10841" y="4298"/>
                </a:cubicBezTo>
                <a:lnTo>
                  <a:pt x="10841" y="4274"/>
                </a:lnTo>
                <a:close/>
                <a:moveTo>
                  <a:pt x="9353" y="4663"/>
                </a:moveTo>
                <a:lnTo>
                  <a:pt x="9353" y="4663"/>
                </a:lnTo>
                <a:cubicBezTo>
                  <a:pt x="9353" y="4103"/>
                  <a:pt x="9353" y="4103"/>
                  <a:pt x="9353" y="4103"/>
                </a:cubicBezTo>
                <a:cubicBezTo>
                  <a:pt x="9353" y="3859"/>
                  <a:pt x="9279" y="3761"/>
                  <a:pt x="8986" y="3761"/>
                </a:cubicBezTo>
                <a:cubicBezTo>
                  <a:pt x="8888" y="3761"/>
                  <a:pt x="8742" y="3785"/>
                  <a:pt x="8644" y="3785"/>
                </a:cubicBezTo>
                <a:cubicBezTo>
                  <a:pt x="8595" y="3810"/>
                  <a:pt x="8571" y="3810"/>
                  <a:pt x="8595" y="3883"/>
                </a:cubicBezTo>
                <a:cubicBezTo>
                  <a:pt x="8595" y="3908"/>
                  <a:pt x="8595" y="3908"/>
                  <a:pt x="8595" y="3908"/>
                </a:cubicBezTo>
                <a:cubicBezTo>
                  <a:pt x="8595" y="3956"/>
                  <a:pt x="8620" y="3981"/>
                  <a:pt x="8669" y="3956"/>
                </a:cubicBezTo>
                <a:cubicBezTo>
                  <a:pt x="8717" y="3956"/>
                  <a:pt x="8815" y="3932"/>
                  <a:pt x="8913" y="3932"/>
                </a:cubicBezTo>
                <a:cubicBezTo>
                  <a:pt x="9108" y="3932"/>
                  <a:pt x="9132" y="4006"/>
                  <a:pt x="9132" y="4103"/>
                </a:cubicBezTo>
                <a:cubicBezTo>
                  <a:pt x="9132" y="4225"/>
                  <a:pt x="9132" y="4225"/>
                  <a:pt x="9132" y="4225"/>
                </a:cubicBezTo>
                <a:cubicBezTo>
                  <a:pt x="9060" y="4201"/>
                  <a:pt x="8986" y="4176"/>
                  <a:pt x="8888" y="4176"/>
                </a:cubicBezTo>
                <a:cubicBezTo>
                  <a:pt x="8644" y="4176"/>
                  <a:pt x="8522" y="4298"/>
                  <a:pt x="8522" y="4468"/>
                </a:cubicBezTo>
                <a:cubicBezTo>
                  <a:pt x="8522" y="4517"/>
                  <a:pt x="8522" y="4517"/>
                  <a:pt x="8522" y="4517"/>
                </a:cubicBezTo>
                <a:cubicBezTo>
                  <a:pt x="8522" y="4737"/>
                  <a:pt x="8717" y="4810"/>
                  <a:pt x="8962" y="4810"/>
                </a:cubicBezTo>
                <a:cubicBezTo>
                  <a:pt x="9108" y="4810"/>
                  <a:pt x="9230" y="4786"/>
                  <a:pt x="9279" y="4761"/>
                </a:cubicBezTo>
                <a:cubicBezTo>
                  <a:pt x="9353" y="4737"/>
                  <a:pt x="9353" y="4713"/>
                  <a:pt x="9353" y="4663"/>
                </a:cubicBezTo>
                <a:close/>
                <a:moveTo>
                  <a:pt x="9132" y="4615"/>
                </a:moveTo>
                <a:lnTo>
                  <a:pt x="9132" y="4615"/>
                </a:lnTo>
                <a:cubicBezTo>
                  <a:pt x="9108" y="4639"/>
                  <a:pt x="9060" y="4639"/>
                  <a:pt x="8962" y="4639"/>
                </a:cubicBezTo>
                <a:cubicBezTo>
                  <a:pt x="8839" y="4639"/>
                  <a:pt x="8742" y="4615"/>
                  <a:pt x="8742" y="4493"/>
                </a:cubicBezTo>
                <a:lnTo>
                  <a:pt x="8742" y="4493"/>
                </a:lnTo>
                <a:cubicBezTo>
                  <a:pt x="8742" y="4395"/>
                  <a:pt x="8815" y="4346"/>
                  <a:pt x="8962" y="4346"/>
                </a:cubicBezTo>
                <a:cubicBezTo>
                  <a:pt x="9035" y="4346"/>
                  <a:pt x="9108" y="4346"/>
                  <a:pt x="9132" y="4370"/>
                </a:cubicBezTo>
                <a:lnTo>
                  <a:pt x="9132" y="4615"/>
                </a:lnTo>
                <a:close/>
                <a:moveTo>
                  <a:pt x="12770" y="3492"/>
                </a:moveTo>
                <a:lnTo>
                  <a:pt x="12770" y="3492"/>
                </a:lnTo>
                <a:cubicBezTo>
                  <a:pt x="12721" y="3444"/>
                  <a:pt x="12721" y="3420"/>
                  <a:pt x="12648" y="3420"/>
                </a:cubicBezTo>
                <a:cubicBezTo>
                  <a:pt x="12599" y="3420"/>
                  <a:pt x="12599" y="3420"/>
                  <a:pt x="12599" y="3420"/>
                </a:cubicBezTo>
                <a:cubicBezTo>
                  <a:pt x="12550" y="3420"/>
                  <a:pt x="12526" y="3444"/>
                  <a:pt x="12477" y="3492"/>
                </a:cubicBezTo>
                <a:cubicBezTo>
                  <a:pt x="12428" y="3566"/>
                  <a:pt x="12159" y="4006"/>
                  <a:pt x="12111" y="4713"/>
                </a:cubicBezTo>
                <a:cubicBezTo>
                  <a:pt x="12111" y="4761"/>
                  <a:pt x="12111" y="4786"/>
                  <a:pt x="12159" y="4786"/>
                </a:cubicBezTo>
                <a:cubicBezTo>
                  <a:pt x="12257" y="4786"/>
                  <a:pt x="12257" y="4786"/>
                  <a:pt x="12257" y="4786"/>
                </a:cubicBezTo>
                <a:cubicBezTo>
                  <a:pt x="12306" y="4786"/>
                  <a:pt x="12330" y="4761"/>
                  <a:pt x="12330" y="4713"/>
                </a:cubicBezTo>
                <a:cubicBezTo>
                  <a:pt x="12330" y="4615"/>
                  <a:pt x="12355" y="4517"/>
                  <a:pt x="12355" y="4444"/>
                </a:cubicBezTo>
                <a:cubicBezTo>
                  <a:pt x="12892" y="4444"/>
                  <a:pt x="12892" y="4444"/>
                  <a:pt x="12892" y="4444"/>
                </a:cubicBezTo>
                <a:cubicBezTo>
                  <a:pt x="12892" y="4517"/>
                  <a:pt x="12917" y="4615"/>
                  <a:pt x="12917" y="4713"/>
                </a:cubicBezTo>
                <a:cubicBezTo>
                  <a:pt x="12917" y="4761"/>
                  <a:pt x="12941" y="4786"/>
                  <a:pt x="12990" y="4786"/>
                </a:cubicBezTo>
                <a:cubicBezTo>
                  <a:pt x="13063" y="4786"/>
                  <a:pt x="13063" y="4786"/>
                  <a:pt x="13063" y="4786"/>
                </a:cubicBezTo>
                <a:cubicBezTo>
                  <a:pt x="13136" y="4786"/>
                  <a:pt x="13136" y="4761"/>
                  <a:pt x="13136" y="4713"/>
                </a:cubicBezTo>
                <a:cubicBezTo>
                  <a:pt x="13088" y="3981"/>
                  <a:pt x="12819" y="3541"/>
                  <a:pt x="12770" y="3492"/>
                </a:cubicBezTo>
                <a:close/>
                <a:moveTo>
                  <a:pt x="12404" y="4274"/>
                </a:moveTo>
                <a:lnTo>
                  <a:pt x="12404" y="4274"/>
                </a:lnTo>
                <a:cubicBezTo>
                  <a:pt x="12477" y="3908"/>
                  <a:pt x="12575" y="3688"/>
                  <a:pt x="12624" y="3639"/>
                </a:cubicBezTo>
                <a:cubicBezTo>
                  <a:pt x="12648" y="3688"/>
                  <a:pt x="12770" y="3908"/>
                  <a:pt x="12843" y="4274"/>
                </a:cubicBezTo>
                <a:lnTo>
                  <a:pt x="12404" y="4274"/>
                </a:lnTo>
                <a:close/>
                <a:moveTo>
                  <a:pt x="10524" y="6812"/>
                </a:moveTo>
                <a:lnTo>
                  <a:pt x="10524" y="6812"/>
                </a:lnTo>
                <a:cubicBezTo>
                  <a:pt x="10499" y="6812"/>
                  <a:pt x="10475" y="6812"/>
                  <a:pt x="10450" y="6812"/>
                </a:cubicBezTo>
                <a:cubicBezTo>
                  <a:pt x="10377" y="6812"/>
                  <a:pt x="10328" y="6764"/>
                  <a:pt x="10328" y="6666"/>
                </a:cubicBezTo>
                <a:cubicBezTo>
                  <a:pt x="10328" y="6153"/>
                  <a:pt x="10328" y="6153"/>
                  <a:pt x="10328" y="6153"/>
                </a:cubicBezTo>
                <a:cubicBezTo>
                  <a:pt x="10475" y="6153"/>
                  <a:pt x="10475" y="6153"/>
                  <a:pt x="10475" y="6153"/>
                </a:cubicBezTo>
                <a:cubicBezTo>
                  <a:pt x="10524" y="6153"/>
                  <a:pt x="10548" y="6128"/>
                  <a:pt x="10548" y="6080"/>
                </a:cubicBezTo>
                <a:cubicBezTo>
                  <a:pt x="10548" y="6056"/>
                  <a:pt x="10548" y="6056"/>
                  <a:pt x="10548" y="6056"/>
                </a:cubicBezTo>
                <a:cubicBezTo>
                  <a:pt x="10548" y="6006"/>
                  <a:pt x="10524" y="5982"/>
                  <a:pt x="10475" y="5982"/>
                </a:cubicBezTo>
                <a:cubicBezTo>
                  <a:pt x="10328" y="5982"/>
                  <a:pt x="10328" y="5982"/>
                  <a:pt x="10328" y="5982"/>
                </a:cubicBezTo>
                <a:cubicBezTo>
                  <a:pt x="10328" y="5835"/>
                  <a:pt x="10328" y="5835"/>
                  <a:pt x="10328" y="5835"/>
                </a:cubicBezTo>
                <a:cubicBezTo>
                  <a:pt x="10328" y="5787"/>
                  <a:pt x="10328" y="5763"/>
                  <a:pt x="10255" y="5763"/>
                </a:cubicBezTo>
                <a:cubicBezTo>
                  <a:pt x="10182" y="5763"/>
                  <a:pt x="10182" y="5763"/>
                  <a:pt x="10182" y="5763"/>
                </a:cubicBezTo>
                <a:cubicBezTo>
                  <a:pt x="10133" y="5763"/>
                  <a:pt x="10108" y="5787"/>
                  <a:pt x="10108" y="5835"/>
                </a:cubicBezTo>
                <a:cubicBezTo>
                  <a:pt x="10108" y="5982"/>
                  <a:pt x="10108" y="5982"/>
                  <a:pt x="10108" y="5982"/>
                </a:cubicBezTo>
                <a:cubicBezTo>
                  <a:pt x="10084" y="5982"/>
                  <a:pt x="10084" y="5982"/>
                  <a:pt x="10084" y="5982"/>
                </a:cubicBezTo>
                <a:cubicBezTo>
                  <a:pt x="10035" y="5982"/>
                  <a:pt x="10010" y="6006"/>
                  <a:pt x="10010" y="6056"/>
                </a:cubicBezTo>
                <a:cubicBezTo>
                  <a:pt x="10010" y="6080"/>
                  <a:pt x="10010" y="6080"/>
                  <a:pt x="10010" y="6080"/>
                </a:cubicBezTo>
                <a:cubicBezTo>
                  <a:pt x="10010" y="6128"/>
                  <a:pt x="10035" y="6153"/>
                  <a:pt x="10084" y="6153"/>
                </a:cubicBezTo>
                <a:cubicBezTo>
                  <a:pt x="10108" y="6153"/>
                  <a:pt x="10108" y="6153"/>
                  <a:pt x="10108" y="6153"/>
                </a:cubicBezTo>
                <a:cubicBezTo>
                  <a:pt x="10108" y="6666"/>
                  <a:pt x="10108" y="6666"/>
                  <a:pt x="10108" y="6666"/>
                </a:cubicBezTo>
                <a:cubicBezTo>
                  <a:pt x="10108" y="6886"/>
                  <a:pt x="10206" y="6983"/>
                  <a:pt x="10426" y="6983"/>
                </a:cubicBezTo>
                <a:cubicBezTo>
                  <a:pt x="10450" y="6983"/>
                  <a:pt x="10499" y="6983"/>
                  <a:pt x="10524" y="6983"/>
                </a:cubicBezTo>
                <a:cubicBezTo>
                  <a:pt x="10548" y="6983"/>
                  <a:pt x="10572" y="6959"/>
                  <a:pt x="10572" y="6910"/>
                </a:cubicBezTo>
                <a:cubicBezTo>
                  <a:pt x="10572" y="6886"/>
                  <a:pt x="10572" y="6886"/>
                  <a:pt x="10572" y="6886"/>
                </a:cubicBezTo>
                <a:cubicBezTo>
                  <a:pt x="10572" y="6837"/>
                  <a:pt x="10548" y="6788"/>
                  <a:pt x="10524" y="6812"/>
                </a:cubicBezTo>
                <a:close/>
                <a:moveTo>
                  <a:pt x="13112" y="6861"/>
                </a:moveTo>
                <a:lnTo>
                  <a:pt x="13112" y="6861"/>
                </a:lnTo>
                <a:cubicBezTo>
                  <a:pt x="13088" y="6812"/>
                  <a:pt x="13088" y="6812"/>
                  <a:pt x="13063" y="6812"/>
                </a:cubicBezTo>
                <a:cubicBezTo>
                  <a:pt x="13063" y="6812"/>
                  <a:pt x="13038" y="6812"/>
                  <a:pt x="13014" y="6812"/>
                </a:cubicBezTo>
                <a:cubicBezTo>
                  <a:pt x="12966" y="6812"/>
                  <a:pt x="12966" y="6788"/>
                  <a:pt x="12966" y="6714"/>
                </a:cubicBezTo>
                <a:cubicBezTo>
                  <a:pt x="12966" y="6056"/>
                  <a:pt x="12966" y="6056"/>
                  <a:pt x="12966" y="6056"/>
                </a:cubicBezTo>
                <a:cubicBezTo>
                  <a:pt x="12966" y="6006"/>
                  <a:pt x="12941" y="5982"/>
                  <a:pt x="12892" y="5982"/>
                </a:cubicBezTo>
                <a:cubicBezTo>
                  <a:pt x="12819" y="5982"/>
                  <a:pt x="12819" y="5982"/>
                  <a:pt x="12819" y="5982"/>
                </a:cubicBezTo>
                <a:cubicBezTo>
                  <a:pt x="12770" y="5982"/>
                  <a:pt x="12745" y="6006"/>
                  <a:pt x="12745" y="6056"/>
                </a:cubicBezTo>
                <a:cubicBezTo>
                  <a:pt x="12745" y="6714"/>
                  <a:pt x="12745" y="6714"/>
                  <a:pt x="12745" y="6714"/>
                </a:cubicBezTo>
                <a:cubicBezTo>
                  <a:pt x="12745" y="6935"/>
                  <a:pt x="12819" y="6983"/>
                  <a:pt x="12966" y="6983"/>
                </a:cubicBezTo>
                <a:cubicBezTo>
                  <a:pt x="12990" y="6983"/>
                  <a:pt x="13014" y="6983"/>
                  <a:pt x="13063" y="6959"/>
                </a:cubicBezTo>
                <a:cubicBezTo>
                  <a:pt x="13112" y="6959"/>
                  <a:pt x="13112" y="6935"/>
                  <a:pt x="13112" y="6886"/>
                </a:cubicBezTo>
                <a:lnTo>
                  <a:pt x="13112" y="6861"/>
                </a:lnTo>
                <a:close/>
                <a:moveTo>
                  <a:pt x="12819" y="5860"/>
                </a:moveTo>
                <a:lnTo>
                  <a:pt x="12819" y="5860"/>
                </a:lnTo>
                <a:cubicBezTo>
                  <a:pt x="12892" y="5860"/>
                  <a:pt x="12892" y="5860"/>
                  <a:pt x="12892" y="5860"/>
                </a:cubicBezTo>
                <a:cubicBezTo>
                  <a:pt x="12941" y="5860"/>
                  <a:pt x="12966" y="5835"/>
                  <a:pt x="12966" y="5787"/>
                </a:cubicBezTo>
                <a:cubicBezTo>
                  <a:pt x="12966" y="5689"/>
                  <a:pt x="12966" y="5689"/>
                  <a:pt x="12966" y="5689"/>
                </a:cubicBezTo>
                <a:cubicBezTo>
                  <a:pt x="12966" y="5640"/>
                  <a:pt x="12941" y="5616"/>
                  <a:pt x="12892" y="5616"/>
                </a:cubicBezTo>
                <a:cubicBezTo>
                  <a:pt x="12819" y="5616"/>
                  <a:pt x="12819" y="5616"/>
                  <a:pt x="12819" y="5616"/>
                </a:cubicBezTo>
                <a:cubicBezTo>
                  <a:pt x="12745" y="5616"/>
                  <a:pt x="12721" y="5640"/>
                  <a:pt x="12721" y="5689"/>
                </a:cubicBezTo>
                <a:cubicBezTo>
                  <a:pt x="12721" y="5787"/>
                  <a:pt x="12721" y="5787"/>
                  <a:pt x="12721" y="5787"/>
                </a:cubicBezTo>
                <a:cubicBezTo>
                  <a:pt x="12721" y="5835"/>
                  <a:pt x="12745" y="5860"/>
                  <a:pt x="12819" y="5860"/>
                </a:cubicBezTo>
                <a:close/>
                <a:moveTo>
                  <a:pt x="12111" y="6861"/>
                </a:moveTo>
                <a:lnTo>
                  <a:pt x="12111" y="6861"/>
                </a:lnTo>
                <a:cubicBezTo>
                  <a:pt x="12111" y="6837"/>
                  <a:pt x="12087" y="6812"/>
                  <a:pt x="12062" y="6812"/>
                </a:cubicBezTo>
                <a:cubicBezTo>
                  <a:pt x="12062" y="6812"/>
                  <a:pt x="12037" y="6812"/>
                  <a:pt x="12013" y="6812"/>
                </a:cubicBezTo>
                <a:cubicBezTo>
                  <a:pt x="11964" y="6812"/>
                  <a:pt x="11964" y="6788"/>
                  <a:pt x="11964" y="6714"/>
                </a:cubicBezTo>
                <a:cubicBezTo>
                  <a:pt x="11964" y="5665"/>
                  <a:pt x="11964" y="5665"/>
                  <a:pt x="11964" y="5665"/>
                </a:cubicBezTo>
                <a:cubicBezTo>
                  <a:pt x="11964" y="5592"/>
                  <a:pt x="11940" y="5567"/>
                  <a:pt x="11891" y="5567"/>
                </a:cubicBezTo>
                <a:cubicBezTo>
                  <a:pt x="11818" y="5567"/>
                  <a:pt x="11818" y="5567"/>
                  <a:pt x="11818" y="5567"/>
                </a:cubicBezTo>
                <a:cubicBezTo>
                  <a:pt x="11769" y="5567"/>
                  <a:pt x="11744" y="5592"/>
                  <a:pt x="11744" y="5665"/>
                </a:cubicBezTo>
                <a:cubicBezTo>
                  <a:pt x="11744" y="6714"/>
                  <a:pt x="11744" y="6714"/>
                  <a:pt x="11744" y="6714"/>
                </a:cubicBezTo>
                <a:cubicBezTo>
                  <a:pt x="11744" y="6935"/>
                  <a:pt x="11818" y="6983"/>
                  <a:pt x="11940" y="6983"/>
                </a:cubicBezTo>
                <a:cubicBezTo>
                  <a:pt x="11988" y="6983"/>
                  <a:pt x="12013" y="6983"/>
                  <a:pt x="12062" y="6959"/>
                </a:cubicBezTo>
                <a:cubicBezTo>
                  <a:pt x="12111" y="6959"/>
                  <a:pt x="12111" y="6959"/>
                  <a:pt x="12111" y="6886"/>
                </a:cubicBezTo>
                <a:lnTo>
                  <a:pt x="12111" y="6861"/>
                </a:lnTo>
                <a:close/>
                <a:moveTo>
                  <a:pt x="12599" y="6861"/>
                </a:moveTo>
                <a:lnTo>
                  <a:pt x="12599" y="6861"/>
                </a:lnTo>
                <a:cubicBezTo>
                  <a:pt x="12599" y="6837"/>
                  <a:pt x="12599" y="6812"/>
                  <a:pt x="12575" y="6812"/>
                </a:cubicBezTo>
                <a:cubicBezTo>
                  <a:pt x="12550" y="6812"/>
                  <a:pt x="12526" y="6812"/>
                  <a:pt x="12526" y="6812"/>
                </a:cubicBezTo>
                <a:cubicBezTo>
                  <a:pt x="12477" y="6812"/>
                  <a:pt x="12452" y="6788"/>
                  <a:pt x="12452" y="6714"/>
                </a:cubicBezTo>
                <a:cubicBezTo>
                  <a:pt x="12452" y="5665"/>
                  <a:pt x="12452" y="5665"/>
                  <a:pt x="12452" y="5665"/>
                </a:cubicBezTo>
                <a:cubicBezTo>
                  <a:pt x="12452" y="5592"/>
                  <a:pt x="12428" y="5567"/>
                  <a:pt x="12379" y="5567"/>
                </a:cubicBezTo>
                <a:cubicBezTo>
                  <a:pt x="12306" y="5567"/>
                  <a:pt x="12306" y="5567"/>
                  <a:pt x="12306" y="5567"/>
                </a:cubicBezTo>
                <a:cubicBezTo>
                  <a:pt x="12257" y="5567"/>
                  <a:pt x="12233" y="5592"/>
                  <a:pt x="12233" y="5665"/>
                </a:cubicBezTo>
                <a:cubicBezTo>
                  <a:pt x="12233" y="6714"/>
                  <a:pt x="12233" y="6714"/>
                  <a:pt x="12233" y="6714"/>
                </a:cubicBezTo>
                <a:cubicBezTo>
                  <a:pt x="12233" y="6935"/>
                  <a:pt x="12306" y="6983"/>
                  <a:pt x="12452" y="6983"/>
                </a:cubicBezTo>
                <a:cubicBezTo>
                  <a:pt x="12477" y="6983"/>
                  <a:pt x="12526" y="6983"/>
                  <a:pt x="12550" y="6959"/>
                </a:cubicBezTo>
                <a:cubicBezTo>
                  <a:pt x="12599" y="6959"/>
                  <a:pt x="12624" y="6959"/>
                  <a:pt x="12599" y="6886"/>
                </a:cubicBezTo>
                <a:lnTo>
                  <a:pt x="12599" y="686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BR"/>
          </a:p>
        </p:txBody>
      </p:sp>
      <p:sp>
        <p:nvSpPr>
          <p:cNvPr id="3" name="Content Placeholder 28">
            <a:extLst>
              <a:ext uri="{FF2B5EF4-FFF2-40B4-BE49-F238E27FC236}">
                <a16:creationId xmlns:a16="http://schemas.microsoft.com/office/drawing/2014/main" id="{0948BFDA-5BCD-7835-021B-30A5B668254A}"/>
              </a:ext>
            </a:extLst>
          </p:cNvPr>
          <p:cNvSpPr txBox="1">
            <a:spLocks/>
          </p:cNvSpPr>
          <p:nvPr userDrawn="1"/>
        </p:nvSpPr>
        <p:spPr>
          <a:xfrm>
            <a:off x="5356518" y="2414784"/>
            <a:ext cx="10316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514350" indent="-108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ystem Font Regular"/>
              <a:buChar char="/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57250" indent="-108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ystem Font Regular"/>
              <a:buChar char="/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08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ystem Font Regular"/>
              <a:buChar char="/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08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ystem Font Regular"/>
              <a:buChar char="/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err="1">
                <a:solidFill>
                  <a:schemeClr val="bg1"/>
                </a:solidFill>
              </a:rPr>
              <a:t>tp.com</a:t>
            </a: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Content Placeholder 28">
            <a:extLst>
              <a:ext uri="{FF2B5EF4-FFF2-40B4-BE49-F238E27FC236}">
                <a16:creationId xmlns:a16="http://schemas.microsoft.com/office/drawing/2014/main" id="{BFAC2B46-86A6-1406-FB69-BCEB81966907}"/>
              </a:ext>
            </a:extLst>
          </p:cNvPr>
          <p:cNvSpPr txBox="1">
            <a:spLocks/>
          </p:cNvSpPr>
          <p:nvPr userDrawn="1"/>
        </p:nvSpPr>
        <p:spPr>
          <a:xfrm>
            <a:off x="267941" y="2414784"/>
            <a:ext cx="1299601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514350" indent="-108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ystem Font Regular"/>
              <a:buChar char="/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57250" indent="-108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ystem Font Regular"/>
              <a:buChar char="/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08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ystem Font Regular"/>
              <a:buChar char="/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0800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ystem Font Regular"/>
              <a:buChar char="/"/>
              <a:defRPr sz="1400" b="0" i="0" kern="1200">
                <a:solidFill>
                  <a:srgbClr val="41414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solidFill>
                  <a:schemeClr val="bg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93071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239F29A-FD1F-A10E-C617-D4A8B9648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9143999" cy="2571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D68F9D93-DE5A-4E40-B9D1-87BD4287753F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AEB61A-C329-CDFB-3978-80E6C55B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9E9FDFD3-ACD9-04C2-399B-5DA70A04FF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3086" y="274607"/>
            <a:ext cx="4021102" cy="26196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BR" sz="1200" kern="1200" dirty="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Header style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95622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Date Placeholder 15">
            <a:extLst>
              <a:ext uri="{FF2B5EF4-FFF2-40B4-BE49-F238E27FC236}">
                <a16:creationId xmlns:a16="http://schemas.microsoft.com/office/drawing/2014/main" id="{554118E7-D2E6-13F7-B567-30D431A16D9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AEAA562-3B52-2227-6B3C-33B1C472F2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3086" y="274607"/>
            <a:ext cx="4021102" cy="26196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BR" sz="1200" kern="1200" dirty="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Header style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25816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8AA7F-D0A5-5A42-9CC9-97FE64F0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874B27C-5679-5A49-A297-0FEF965A1A7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3086" y="943263"/>
            <a:ext cx="4021102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0" i="0">
                <a:solidFill>
                  <a:srgbClr val="41414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Date Placeholder 15">
            <a:extLst>
              <a:ext uri="{FF2B5EF4-FFF2-40B4-BE49-F238E27FC236}">
                <a16:creationId xmlns:a16="http://schemas.microsoft.com/office/drawing/2014/main" id="{554118E7-D2E6-13F7-B567-30D431A16D9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C9E03EE-3038-84AF-DECF-D79BEA9165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86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AEAA562-3B52-2227-6B3C-33B1C472F2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3086" y="274607"/>
            <a:ext cx="4021102" cy="26196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BR" sz="1200" kern="1200" dirty="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Header style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9898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8AA7F-D0A5-5A42-9CC9-97FE64F0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874B27C-5679-5A49-A297-0FEF965A1A7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3086" y="943263"/>
            <a:ext cx="4021102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0" i="0">
                <a:solidFill>
                  <a:srgbClr val="41414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Date Placeholder 15">
            <a:extLst>
              <a:ext uri="{FF2B5EF4-FFF2-40B4-BE49-F238E27FC236}">
                <a16:creationId xmlns:a16="http://schemas.microsoft.com/office/drawing/2014/main" id="{554118E7-D2E6-13F7-B567-30D431A16D9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C9E03EE-3038-84AF-DECF-D79BEA9165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86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AEAA562-3B52-2227-6B3C-33B1C472F2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3086" y="274607"/>
            <a:ext cx="4021102" cy="26196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BR" sz="1200" kern="1200" dirty="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Header style</a:t>
            </a:r>
            <a:endParaRPr lang="en-BR"/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D1189049-96D9-E30D-43BE-38BA8B959D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54611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3334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09" y="278362"/>
            <a:ext cx="4018479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60ED91F-599E-9722-B0E3-9C5F10CC68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5709" y="685050"/>
            <a:ext cx="4018479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0" i="0">
                <a:solidFill>
                  <a:srgbClr val="41414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7C91CAA2-E3CA-AB3B-AF1E-7087CAF1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D65E98E-0AFE-F097-1E41-C18D86E466D2}"/>
              </a:ext>
            </a:extLst>
          </p:cNvPr>
          <p:cNvSpPr txBox="1">
            <a:spLocks/>
          </p:cNvSpPr>
          <p:nvPr userDrawn="1"/>
        </p:nvSpPr>
        <p:spPr>
          <a:xfrm>
            <a:off x="4661780" y="4933414"/>
            <a:ext cx="2265202" cy="11080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2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Presentation title  (slide master)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AFE91B8-DBB7-EE75-0D5D-DEE6C3EBE5E0}"/>
              </a:ext>
            </a:extLst>
          </p:cNvPr>
          <p:cNvSpPr txBox="1">
            <a:spLocks/>
          </p:cNvSpPr>
          <p:nvPr userDrawn="1"/>
        </p:nvSpPr>
        <p:spPr>
          <a:xfrm>
            <a:off x="607055" y="4933414"/>
            <a:ext cx="1219660" cy="11080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b="0" i="0" err="1">
                <a:solidFill>
                  <a:schemeClr val="bg2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tp.com</a:t>
            </a:r>
            <a:endParaRPr lang="en-US" sz="800" b="0" i="0">
              <a:solidFill>
                <a:schemeClr val="bg2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Date Placeholder 15">
            <a:extLst>
              <a:ext uri="{FF2B5EF4-FFF2-40B4-BE49-F238E27FC236}">
                <a16:creationId xmlns:a16="http://schemas.microsoft.com/office/drawing/2014/main" id="{421547B4-65B8-073F-222F-9CAD4A7CD53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FD45FB1F-46C3-5344-BFF2-4761D86C191B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5529B0A1-1F72-3F35-3C35-04D6A715D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54611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A6F4734A-B2D8-E37A-CD63-7E10D7F9EE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8860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68825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78362"/>
            <a:ext cx="4021138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CDBC2077-DCDE-0845-8C02-DB63A7ED2BBC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42" name="Text Placeholder 25">
            <a:extLst>
              <a:ext uri="{FF2B5EF4-FFF2-40B4-BE49-F238E27FC236}">
                <a16:creationId xmlns:a16="http://schemas.microsoft.com/office/drawing/2014/main" id="{562007CC-0730-6C71-8249-D7D8E8054A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54611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D71AF40D-7CA3-8FAC-7BE0-05539E5BF1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4798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0505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78362"/>
            <a:ext cx="4021138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CDBC2077-DCDE-0845-8C02-DB63A7ED2BBC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239F29A-FD1F-A10E-C617-D4A8B9648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810" y="795337"/>
            <a:ext cx="4268903" cy="21438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375AA-D193-C50C-BEA6-CA4BCA77B72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06810" y="2998296"/>
            <a:ext cx="2120563" cy="18181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26770C2-DFBF-694A-229B-20133EC87D0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796715" y="2998296"/>
            <a:ext cx="2078998" cy="18181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4D8C3E3D-1168-023C-B11F-80C003122D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3068" y="79533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62046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78362"/>
            <a:ext cx="4021138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CDBC2077-DCDE-0845-8C02-DB63A7ED2BBC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375AA-D193-C50C-BEA6-CA4BCA77B72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06810" y="795339"/>
            <a:ext cx="2120563" cy="17764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26770C2-DFBF-694A-229B-20133EC87D0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796715" y="795339"/>
            <a:ext cx="2078998" cy="17764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E20EB39-EF10-705E-FDC3-FD5A685521DA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272317" y="795337"/>
            <a:ext cx="4268903" cy="17764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4F7DA980-A338-A86E-C4F9-86B4133E9A0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8288" y="2763543"/>
            <a:ext cx="4021102" cy="2585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188550" indent="0">
              <a:buNone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9827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78362"/>
            <a:ext cx="4021138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CDBC2077-DCDE-0845-8C02-DB63A7ED2BBC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72B43C6-0FD4-8C9A-5A11-9CDD3191B25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08201" y="795336"/>
            <a:ext cx="2107296" cy="40210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lang="en-US"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CF076CB-469E-3265-6F27-BBC0B408FD9E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769510" y="795336"/>
            <a:ext cx="2086730" cy="40210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lang="en-US"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6C4B335-3D2C-DC37-E201-330C21AAC73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2435016" y="795336"/>
            <a:ext cx="2119173" cy="40210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lang="en-US"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A1930827-B63E-1826-6F04-43008442A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3068" y="795337"/>
            <a:ext cx="201887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65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78362"/>
            <a:ext cx="4021138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CDBC2077-DCDE-0845-8C02-DB63A7ED2BBC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6C4B335-3D2C-DC37-E201-330C21AAC73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288451" y="972766"/>
            <a:ext cx="2119173" cy="38566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lang="en-US"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459D46-26AC-2962-9055-F92C8E8667B1}"/>
              </a:ext>
            </a:extLst>
          </p:cNvPr>
          <p:cNvSpPr/>
          <p:nvPr userDrawn="1"/>
        </p:nvSpPr>
        <p:spPr>
          <a:xfrm>
            <a:off x="2454274" y="972766"/>
            <a:ext cx="2251294" cy="3856605"/>
          </a:xfrm>
          <a:prstGeom prst="rect">
            <a:avLst/>
          </a:prstGeom>
          <a:solidFill>
            <a:schemeClr val="bg2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329D4-D479-F547-3966-D4EA007F2984}"/>
              </a:ext>
            </a:extLst>
          </p:cNvPr>
          <p:cNvSpPr/>
          <p:nvPr userDrawn="1"/>
        </p:nvSpPr>
        <p:spPr>
          <a:xfrm>
            <a:off x="4752223" y="3180318"/>
            <a:ext cx="4269362" cy="1649053"/>
          </a:xfrm>
          <a:prstGeom prst="rect">
            <a:avLst/>
          </a:prstGeom>
          <a:solidFill>
            <a:srgbClr val="E6E6E5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75E7AF-8E9B-160C-EB35-D02EBE831912}"/>
              </a:ext>
            </a:extLst>
          </p:cNvPr>
          <p:cNvSpPr/>
          <p:nvPr userDrawn="1"/>
        </p:nvSpPr>
        <p:spPr>
          <a:xfrm>
            <a:off x="4752218" y="972766"/>
            <a:ext cx="4269367" cy="2144907"/>
          </a:xfrm>
          <a:prstGeom prst="rect">
            <a:avLst/>
          </a:prstGeom>
          <a:solidFill>
            <a:srgbClr val="E2DFE8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2CA1D1-4F87-C4F0-49F1-59C4887403DB}"/>
              </a:ext>
            </a:extLst>
          </p:cNvPr>
          <p:cNvSpPr/>
          <p:nvPr userDrawn="1"/>
        </p:nvSpPr>
        <p:spPr>
          <a:xfrm>
            <a:off x="5525311" y="4921103"/>
            <a:ext cx="1459149" cy="1231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7EE76810-97D2-4892-6744-99335B4AA9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6350" y="1059725"/>
            <a:ext cx="4021102" cy="2585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b="1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59FD72C3-B421-1205-9B22-C14ED149EA0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854611" y="3288461"/>
            <a:ext cx="4021102" cy="2585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b="1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9F3BB017-8408-87DA-8DD0-D425B0E5B4B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61449" y="1059725"/>
            <a:ext cx="2010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200" b="1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56D2EC84-8899-8AD3-7A6F-99A18B95BD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931821" y="4903360"/>
            <a:ext cx="4021102" cy="20313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buNone/>
              <a:defRPr lang="en-US" sz="800" b="0" i="0" kern="1200" dirty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218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">
            <a:extLst>
              <a:ext uri="{FF2B5EF4-FFF2-40B4-BE49-F238E27FC236}">
                <a16:creationId xmlns:a16="http://schemas.microsoft.com/office/drawing/2014/main" id="{242CCCE5-F072-4091-3EBE-76C6D992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Date Placeholder 15">
            <a:extLst>
              <a:ext uri="{FF2B5EF4-FFF2-40B4-BE49-F238E27FC236}">
                <a16:creationId xmlns:a16="http://schemas.microsoft.com/office/drawing/2014/main" id="{44D48B15-EAD9-6E05-741C-0E34DE7ECDC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74AB8D57-E3D6-1947-90EB-902F2D06F99C}" type="datetime4">
              <a:rPr lang="en-US" smtClean="0"/>
              <a:t>February 26,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89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02" y="278362"/>
            <a:ext cx="4026986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rgbClr val="706298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60ED91F-599E-9722-B0E3-9C5F10CC68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202" y="685050"/>
            <a:ext cx="2004523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0" i="0">
                <a:solidFill>
                  <a:srgbClr val="41414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1" name="Picture Placeholder 5">
            <a:extLst>
              <a:ext uri="{FF2B5EF4-FFF2-40B4-BE49-F238E27FC236}">
                <a16:creationId xmlns:a16="http://schemas.microsoft.com/office/drawing/2014/main" id="{01733634-D3B6-D830-6ADD-7AD0A07019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5912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B03383EF-C372-32BA-681B-B1CA938AD3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5639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3" name="Picture Placeholder 5">
            <a:extLst>
              <a:ext uri="{FF2B5EF4-FFF2-40B4-BE49-F238E27FC236}">
                <a16:creationId xmlns:a16="http://schemas.microsoft.com/office/drawing/2014/main" id="{1D743A1A-F253-C54D-C91C-6754AF303F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75366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4" name="Picture Placeholder 5">
            <a:extLst>
              <a:ext uri="{FF2B5EF4-FFF2-40B4-BE49-F238E27FC236}">
                <a16:creationId xmlns:a16="http://schemas.microsoft.com/office/drawing/2014/main" id="{62227150-EC38-252F-1ECF-67B3623769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55093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5" name="Picture Placeholder 5">
            <a:extLst>
              <a:ext uri="{FF2B5EF4-FFF2-40B4-BE49-F238E27FC236}">
                <a16:creationId xmlns:a16="http://schemas.microsoft.com/office/drawing/2014/main" id="{C3676436-F753-B25F-F654-515DC3ACF46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34820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6" name="Picture Placeholder 5">
            <a:extLst>
              <a:ext uri="{FF2B5EF4-FFF2-40B4-BE49-F238E27FC236}">
                <a16:creationId xmlns:a16="http://schemas.microsoft.com/office/drawing/2014/main" id="{D875F020-4FAC-E5A7-5708-6FEEAC2EAE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14547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B50FB6CD-6365-5666-8A1D-0019B527D18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94274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3C973A72-E7FC-7D1B-0198-D59C6524B4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74001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E4461C9F-4BC3-6EDF-94A3-ED38B3CCB45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555093" y="730920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3AABDD1C-ABA9-2667-B3CA-515D08DEA5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34820" y="730920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AEFF176-84E0-3D78-09AE-709FE420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3" name="Date Placeholder 15">
            <a:extLst>
              <a:ext uri="{FF2B5EF4-FFF2-40B4-BE49-F238E27FC236}">
                <a16:creationId xmlns:a16="http://schemas.microsoft.com/office/drawing/2014/main" id="{06EE7A1A-3CC2-D5A6-B56E-9E0E1A6DEA7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322FE3DC-5F26-5845-9DAC-9D3D6021F7B9}" type="datetime4">
              <a:rPr lang="en-US" smtClean="0"/>
              <a:t>February 26,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1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239F29A-FD1F-A10E-C617-D4A8B9648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9143999" cy="2571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D68F9D93-DE5A-4E40-B9D1-87BD4287753F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EAEB61A-C329-CDFB-3978-80E6C55B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9E9FDFD3-ACD9-04C2-399B-5DA70A04FF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3086" y="274607"/>
            <a:ext cx="4021102" cy="26196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BR" sz="1200" kern="1200" dirty="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Header style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70995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Date Placeholder 15">
            <a:extLst>
              <a:ext uri="{FF2B5EF4-FFF2-40B4-BE49-F238E27FC236}">
                <a16:creationId xmlns:a16="http://schemas.microsoft.com/office/drawing/2014/main" id="{554118E7-D2E6-13F7-B567-30D431A16D9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B02D674A-4C9E-8A45-811C-A1610DA96AE1}" type="datetime4">
              <a:rPr lang="en-US" smtClean="0"/>
              <a:pPr/>
              <a:t>February 26, 2026</a:t>
            </a:fld>
            <a:endParaRPr lang="en-US"/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AEAA562-3B52-2227-6B3C-33B1C472F2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3086" y="274607"/>
            <a:ext cx="4021102" cy="26196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BR" sz="1200" kern="1200" dirty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Header style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6100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B8AA7F-D0A5-5A42-9CC9-97FE64F0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874B27C-5679-5A49-A297-0FEF965A1A7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3086" y="943263"/>
            <a:ext cx="4021102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Date Placeholder 15">
            <a:extLst>
              <a:ext uri="{FF2B5EF4-FFF2-40B4-BE49-F238E27FC236}">
                <a16:creationId xmlns:a16="http://schemas.microsoft.com/office/drawing/2014/main" id="{554118E7-D2E6-13F7-B567-30D431A16D9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B02D674A-4C9E-8A45-811C-A1610DA96AE1}" type="datetime4">
              <a:rPr lang="en-US" smtClean="0"/>
              <a:pPr/>
              <a:t>February 26, 2026</a:t>
            </a:fld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C9E03EE-3038-84AF-DECF-D79BEA9165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3086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9AEAA562-3B52-2227-6B3C-33B1C472F2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3086" y="274607"/>
            <a:ext cx="4021102" cy="261968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BR" sz="1200" kern="1200" dirty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Header style</a:t>
            </a:r>
            <a:endParaRPr lang="en-BR"/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D1189049-96D9-E30D-43BE-38BA8B959D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54611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79649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709" y="278362"/>
            <a:ext cx="4018479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60ED91F-599E-9722-B0E3-9C5F10CC68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5709" y="685050"/>
            <a:ext cx="4018479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7C91CAA2-E3CA-AB3B-AF1E-7087CAF1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D65E98E-0AFE-F097-1E41-C18D86E466D2}"/>
              </a:ext>
            </a:extLst>
          </p:cNvPr>
          <p:cNvSpPr txBox="1">
            <a:spLocks/>
          </p:cNvSpPr>
          <p:nvPr userDrawn="1"/>
        </p:nvSpPr>
        <p:spPr>
          <a:xfrm>
            <a:off x="4661780" y="4933414"/>
            <a:ext cx="2265202" cy="11080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Presentation title  (slide master)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AFE91B8-DBB7-EE75-0D5D-DEE6C3EBE5E0}"/>
              </a:ext>
            </a:extLst>
          </p:cNvPr>
          <p:cNvSpPr txBox="1">
            <a:spLocks/>
          </p:cNvSpPr>
          <p:nvPr userDrawn="1"/>
        </p:nvSpPr>
        <p:spPr>
          <a:xfrm>
            <a:off x="607055" y="4933414"/>
            <a:ext cx="1219660" cy="11080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b="0" i="0" err="1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tp.com</a:t>
            </a:r>
            <a:endParaRPr lang="en-US" sz="800" b="0" i="0">
              <a:solidFill>
                <a:schemeClr val="bg1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Date Placeholder 15">
            <a:extLst>
              <a:ext uri="{FF2B5EF4-FFF2-40B4-BE49-F238E27FC236}">
                <a16:creationId xmlns:a16="http://schemas.microsoft.com/office/drawing/2014/main" id="{421547B4-65B8-073F-222F-9CAD4A7CD53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FD45FB1F-46C3-5344-BFF2-4761D86C191B}" type="datetime4">
              <a:rPr lang="en-US" smtClean="0"/>
              <a:pPr/>
              <a:t>February 26, 2026</a:t>
            </a:fld>
            <a:endParaRPr lang="en-US"/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5529B0A1-1F72-3F35-3C35-04D6A715DC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54611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A6F4734A-B2D8-E37A-CD63-7E10D7F9EE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8860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4957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78362"/>
            <a:ext cx="4021138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CDBC2077-DCDE-0845-8C02-DB63A7ED2BBC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42" name="Text Placeholder 25">
            <a:extLst>
              <a:ext uri="{FF2B5EF4-FFF2-40B4-BE49-F238E27FC236}">
                <a16:creationId xmlns:a16="http://schemas.microsoft.com/office/drawing/2014/main" id="{562007CC-0730-6C71-8249-D7D8E8054A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54611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3" name="Text Placeholder 25">
            <a:extLst>
              <a:ext uri="{FF2B5EF4-FFF2-40B4-BE49-F238E27FC236}">
                <a16:creationId xmlns:a16="http://schemas.microsoft.com/office/drawing/2014/main" id="{D71AF40D-7CA3-8FAC-7BE0-05539E5BF1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4798" y="125537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40719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78362"/>
            <a:ext cx="4021138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CDBC2077-DCDE-0845-8C02-DB63A7ED2BBC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8239F29A-FD1F-A10E-C617-D4A8B96485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810" y="795337"/>
            <a:ext cx="4268903" cy="21438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375AA-D193-C50C-BEA6-CA4BCA77B72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06810" y="2998296"/>
            <a:ext cx="2120563" cy="18181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26770C2-DFBF-694A-229B-20133EC87D0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796715" y="2998296"/>
            <a:ext cx="2078998" cy="18181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4D8C3E3D-1168-023C-B11F-80C003122D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3068" y="795337"/>
            <a:ext cx="4021102" cy="693523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733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78362"/>
            <a:ext cx="4021138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CDBC2077-DCDE-0845-8C02-DB63A7ED2BBC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375AA-D193-C50C-BEA6-CA4BCA77B72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606810" y="795339"/>
            <a:ext cx="2120563" cy="17764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26770C2-DFBF-694A-229B-20133EC87D0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796715" y="795339"/>
            <a:ext cx="2078998" cy="17764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E20EB39-EF10-705E-FDC3-FD5A685521DA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272317" y="795337"/>
            <a:ext cx="4268903" cy="177641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4F7DA980-A338-A86E-C4F9-86B4133E9A0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68288" y="2763543"/>
            <a:ext cx="4021102" cy="2585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188550" indent="0">
              <a:buNone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586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50" y="278362"/>
            <a:ext cx="4021138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D54B15B5-3437-3BB5-204A-DB344295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Date Placeholder 15">
            <a:extLst>
              <a:ext uri="{FF2B5EF4-FFF2-40B4-BE49-F238E27FC236}">
                <a16:creationId xmlns:a16="http://schemas.microsoft.com/office/drawing/2014/main" id="{008F1C34-557A-BEC5-6F39-ABC751A78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CDBC2077-DCDE-0845-8C02-DB63A7ED2BBC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72B43C6-0FD4-8C9A-5A11-9CDD3191B25E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08201" y="795336"/>
            <a:ext cx="2107296" cy="40210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lang="en-US"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CF076CB-469E-3265-6F27-BBC0B408FD9E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769510" y="795336"/>
            <a:ext cx="2086730" cy="40210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lang="en-US"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6C4B335-3D2C-DC37-E201-330C21AAC733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2435016" y="795336"/>
            <a:ext cx="2119173" cy="40210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="ctr" anchorCtr="0">
            <a:normAutofit/>
          </a:bodyPr>
          <a:lstStyle>
            <a:lvl1pPr marL="0" indent="0">
              <a:buNone/>
              <a:defRPr lang="en-US" sz="1400" b="0" i="0" baseline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171450" lvl="0" indent="-171450" algn="ctr"/>
            <a:endParaRPr lang="en-US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A1930827-B63E-1826-6F04-43008442A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73068" y="795337"/>
            <a:ext cx="201887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2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>
              <a:defRPr lang="en-US" sz="14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>
              <a:defRPr lang="en-US" sz="1400" kern="1200" dirty="0" smtClean="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5278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">
            <a:extLst>
              <a:ext uri="{FF2B5EF4-FFF2-40B4-BE49-F238E27FC236}">
                <a16:creationId xmlns:a16="http://schemas.microsoft.com/office/drawing/2014/main" id="{242CCCE5-F072-4091-3EBE-76C6D992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Date Placeholder 15">
            <a:extLst>
              <a:ext uri="{FF2B5EF4-FFF2-40B4-BE49-F238E27FC236}">
                <a16:creationId xmlns:a16="http://schemas.microsoft.com/office/drawing/2014/main" id="{44D48B15-EAD9-6E05-741C-0E34DE7ECDC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74AB8D57-E3D6-1947-90EB-902F2D06F99C}" type="datetime4">
              <a:rPr lang="en-US" smtClean="0"/>
              <a:t>February 26,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4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4">
            <a:extLst>
              <a:ext uri="{FF2B5EF4-FFF2-40B4-BE49-F238E27FC236}">
                <a16:creationId xmlns:a16="http://schemas.microsoft.com/office/drawing/2014/main" id="{242CCCE5-F072-4091-3EBE-76C6D992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Date Placeholder 15">
            <a:extLst>
              <a:ext uri="{FF2B5EF4-FFF2-40B4-BE49-F238E27FC236}">
                <a16:creationId xmlns:a16="http://schemas.microsoft.com/office/drawing/2014/main" id="{44D48B15-EAD9-6E05-741C-0E34DE7ECDC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74AB8D57-E3D6-1947-90EB-902F2D06F99C}" type="datetime4">
              <a:rPr lang="en-US" smtClean="0"/>
              <a:t>February 26,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54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9551165-31B5-FC25-F005-73FCF3B2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15">
            <a:extLst>
              <a:ext uri="{FF2B5EF4-FFF2-40B4-BE49-F238E27FC236}">
                <a16:creationId xmlns:a16="http://schemas.microsoft.com/office/drawing/2014/main" id="{14DE4AAE-DF87-DFD0-E842-BC4BB3BB938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52FC3A3B-9190-8A4A-8F96-C418A3A75B33}" type="datetime4">
              <a:rPr lang="en-US" smtClean="0"/>
              <a:t>February 26,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836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Regular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4A7BF3B-F1A0-543E-036F-3694C390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02" y="278362"/>
            <a:ext cx="4026986" cy="42473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>
            <a:lvl1pPr>
              <a:defRPr lang="en-US" sz="24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60ED91F-599E-9722-B0E3-9C5F10CC68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202" y="685050"/>
            <a:ext cx="2004523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1" name="Picture Placeholder 5">
            <a:extLst>
              <a:ext uri="{FF2B5EF4-FFF2-40B4-BE49-F238E27FC236}">
                <a16:creationId xmlns:a16="http://schemas.microsoft.com/office/drawing/2014/main" id="{01733634-D3B6-D830-6ADD-7AD0A07019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5912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B03383EF-C372-32BA-681B-B1CA938AD3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5639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3" name="Picture Placeholder 5">
            <a:extLst>
              <a:ext uri="{FF2B5EF4-FFF2-40B4-BE49-F238E27FC236}">
                <a16:creationId xmlns:a16="http://schemas.microsoft.com/office/drawing/2014/main" id="{1D743A1A-F253-C54D-C91C-6754AF303F8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475366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4" name="Picture Placeholder 5">
            <a:extLst>
              <a:ext uri="{FF2B5EF4-FFF2-40B4-BE49-F238E27FC236}">
                <a16:creationId xmlns:a16="http://schemas.microsoft.com/office/drawing/2014/main" id="{62227150-EC38-252F-1ECF-67B3623769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55093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5" name="Picture Placeholder 5">
            <a:extLst>
              <a:ext uri="{FF2B5EF4-FFF2-40B4-BE49-F238E27FC236}">
                <a16:creationId xmlns:a16="http://schemas.microsoft.com/office/drawing/2014/main" id="{C3676436-F753-B25F-F654-515DC3ACF46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634820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6" name="Picture Placeholder 5">
            <a:extLst>
              <a:ext uri="{FF2B5EF4-FFF2-40B4-BE49-F238E27FC236}">
                <a16:creationId xmlns:a16="http://schemas.microsoft.com/office/drawing/2014/main" id="{D875F020-4FAC-E5A7-5708-6FEEAC2EAE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14547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B50FB6CD-6365-5666-8A1D-0019B527D18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94274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3C973A72-E7FC-7D1B-0198-D59C6524B4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74001" y="2938888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E4461C9F-4BC3-6EDF-94A3-ED38B3CCB45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555093" y="730920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3AABDD1C-ABA9-2667-B3CA-515D08DEA5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634820" y="730920"/>
            <a:ext cx="969963" cy="74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endParaRPr lang="en-BR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7AEFF176-84E0-3D78-09AE-709FE420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3" name="Date Placeholder 15">
            <a:extLst>
              <a:ext uri="{FF2B5EF4-FFF2-40B4-BE49-F238E27FC236}">
                <a16:creationId xmlns:a16="http://schemas.microsoft.com/office/drawing/2014/main" id="{06EE7A1A-3CC2-D5A6-B56E-9E0E1A6DEA7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322FE3DC-5F26-5845-9DAC-9D3D6021F7B9}" type="datetime4">
              <a:rPr lang="en-US" smtClean="0"/>
              <a:t>February 26,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17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43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1" r:id="rId3"/>
    <p:sldLayoutId id="2147483753" r:id="rId4"/>
    <p:sldLayoutId id="2147483747" r:id="rId5"/>
    <p:sldLayoutId id="2147483796" r:id="rId6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4" pos="5591" userDrawn="1">
          <p15:clr>
            <a:srgbClr val="F26B43"/>
          </p15:clr>
        </p15:guide>
        <p15:guide id="5" pos="169" userDrawn="1">
          <p15:clr>
            <a:srgbClr val="F26B43"/>
          </p15:clr>
        </p15:guide>
        <p15:guide id="6" pos="338" userDrawn="1">
          <p15:clr>
            <a:srgbClr val="F26B43"/>
          </p15:clr>
        </p15:guide>
        <p15:guide id="7" pos="2705" userDrawn="1">
          <p15:clr>
            <a:srgbClr val="F26B43"/>
          </p15:clr>
        </p15:guide>
        <p15:guide id="8" pos="3055" userDrawn="1">
          <p15:clr>
            <a:srgbClr val="F26B43"/>
          </p15:clr>
        </p15:guide>
        <p15:guide id="9" pos="5422" userDrawn="1">
          <p15:clr>
            <a:srgbClr val="F26B43"/>
          </p15:clr>
        </p15:guide>
        <p15:guide id="10" orient="horz" pos="1280" userDrawn="1">
          <p15:clr>
            <a:srgbClr val="F26B43"/>
          </p15:clr>
        </p15:guide>
        <p15:guide id="11" orient="horz" pos="169" userDrawn="1">
          <p15:clr>
            <a:srgbClr val="F26B43"/>
          </p15:clr>
        </p15:guide>
        <p15:guide id="12" orient="horz" pos="33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6E33CD1-505D-D06C-12D8-7D017DA67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2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9CA92-4B96-8991-EECA-7EDD8FBD8EE7}"/>
              </a:ext>
            </a:extLst>
          </p:cNvPr>
          <p:cNvSpPr txBox="1">
            <a:spLocks/>
          </p:cNvSpPr>
          <p:nvPr userDrawn="1"/>
        </p:nvSpPr>
        <p:spPr>
          <a:xfrm>
            <a:off x="4661780" y="4933414"/>
            <a:ext cx="2265202" cy="11080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2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Presentation title  (slide master)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1DF8FA-9D8A-46EB-D39E-A637C047EF59}"/>
              </a:ext>
            </a:extLst>
          </p:cNvPr>
          <p:cNvGrpSpPr/>
          <p:nvPr userDrawn="1"/>
        </p:nvGrpSpPr>
        <p:grpSpPr>
          <a:xfrm>
            <a:off x="7138020" y="4903945"/>
            <a:ext cx="1255131" cy="163924"/>
            <a:chOff x="7467600" y="4829175"/>
            <a:chExt cx="1120775" cy="2667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B1F7E0F-8E3A-F06C-D3F7-545802C09641}"/>
                </a:ext>
              </a:extLst>
            </p:cNvPr>
            <p:cNvCxnSpPr/>
            <p:nvPr userDrawn="1"/>
          </p:nvCxnSpPr>
          <p:spPr>
            <a:xfrm>
              <a:off x="8588375" y="4829175"/>
              <a:ext cx="0" cy="26670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71D1C9B-65FA-C317-FF4D-3BB4BB03714E}"/>
                </a:ext>
              </a:extLst>
            </p:cNvPr>
            <p:cNvCxnSpPr/>
            <p:nvPr userDrawn="1"/>
          </p:nvCxnSpPr>
          <p:spPr>
            <a:xfrm>
              <a:off x="7467600" y="4829175"/>
              <a:ext cx="0" cy="266700"/>
            </a:xfrm>
            <a:prstGeom prst="line">
              <a:avLst/>
            </a:prstGeom>
            <a:ln w="9525">
              <a:solidFill>
                <a:schemeClr val="bg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B0E9209-EDEB-E233-751E-FB4823D95B8C}"/>
              </a:ext>
            </a:extLst>
          </p:cNvPr>
          <p:cNvSpPr txBox="1">
            <a:spLocks/>
          </p:cNvSpPr>
          <p:nvPr userDrawn="1"/>
        </p:nvSpPr>
        <p:spPr>
          <a:xfrm>
            <a:off x="607055" y="4933414"/>
            <a:ext cx="1219660" cy="11080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b="0" i="0" err="1">
                <a:solidFill>
                  <a:schemeClr val="bg2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tp.com</a:t>
            </a:r>
            <a:endParaRPr lang="en-US" sz="800" b="0" i="0">
              <a:solidFill>
                <a:schemeClr val="bg2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B74757-68E1-9509-B1DC-02A964AC8E2F}"/>
              </a:ext>
            </a:extLst>
          </p:cNvPr>
          <p:cNvCxnSpPr>
            <a:cxnSpLocks/>
          </p:cNvCxnSpPr>
          <p:nvPr userDrawn="1"/>
        </p:nvCxnSpPr>
        <p:spPr>
          <a:xfrm>
            <a:off x="273050" y="4868892"/>
            <a:ext cx="8583613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2">
            <a:extLst>
              <a:ext uri="{FF2B5EF4-FFF2-40B4-BE49-F238E27FC236}">
                <a16:creationId xmlns:a16="http://schemas.microsoft.com/office/drawing/2014/main" id="{29A287C6-C415-75E6-A915-9123ADA6206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2584" y="4918812"/>
            <a:ext cx="149731" cy="164539"/>
          </a:xfrm>
          <a:custGeom>
            <a:avLst/>
            <a:gdLst>
              <a:gd name="T0" fmla="*/ 1611 w 8426"/>
              <a:gd name="T1" fmla="*/ 1739 h 9260"/>
              <a:gd name="T2" fmla="*/ 1611 w 8426"/>
              <a:gd name="T3" fmla="*/ 1739 h 9260"/>
              <a:gd name="T4" fmla="*/ 0 w 8426"/>
              <a:gd name="T5" fmla="*/ 1739 h 9260"/>
              <a:gd name="T6" fmla="*/ 65 w 8426"/>
              <a:gd name="T7" fmla="*/ 1880 h 9260"/>
              <a:gd name="T8" fmla="*/ 1611 w 8426"/>
              <a:gd name="T9" fmla="*/ 3426 h 9260"/>
              <a:gd name="T10" fmla="*/ 1688 w 8426"/>
              <a:gd name="T11" fmla="*/ 3400 h 9260"/>
              <a:gd name="T12" fmla="*/ 1688 w 8426"/>
              <a:gd name="T13" fmla="*/ 1816 h 9260"/>
              <a:gd name="T14" fmla="*/ 1611 w 8426"/>
              <a:gd name="T15" fmla="*/ 1739 h 9260"/>
              <a:gd name="T16" fmla="*/ 5333 w 8426"/>
              <a:gd name="T17" fmla="*/ 0 h 9260"/>
              <a:gd name="T18" fmla="*/ 5333 w 8426"/>
              <a:gd name="T19" fmla="*/ 0 h 9260"/>
              <a:gd name="T20" fmla="*/ 5217 w 8426"/>
              <a:gd name="T21" fmla="*/ 0 h 9260"/>
              <a:gd name="T22" fmla="*/ 5217 w 8426"/>
              <a:gd name="T23" fmla="*/ 1571 h 9260"/>
              <a:gd name="T24" fmla="*/ 5050 w 8426"/>
              <a:gd name="T25" fmla="*/ 1739 h 9260"/>
              <a:gd name="T26" fmla="*/ 3581 w 8426"/>
              <a:gd name="T27" fmla="*/ 1739 h 9260"/>
              <a:gd name="T28" fmla="*/ 3517 w 8426"/>
              <a:gd name="T29" fmla="*/ 1816 h 9260"/>
              <a:gd name="T30" fmla="*/ 3517 w 8426"/>
              <a:gd name="T31" fmla="*/ 7572 h 9260"/>
              <a:gd name="T32" fmla="*/ 3349 w 8426"/>
              <a:gd name="T33" fmla="*/ 7740 h 9260"/>
              <a:gd name="T34" fmla="*/ 1894 w 8426"/>
              <a:gd name="T35" fmla="*/ 7740 h 9260"/>
              <a:gd name="T36" fmla="*/ 1855 w 8426"/>
              <a:gd name="T37" fmla="*/ 7817 h 9260"/>
              <a:gd name="T38" fmla="*/ 3143 w 8426"/>
              <a:gd name="T39" fmla="*/ 9092 h 9260"/>
              <a:gd name="T40" fmla="*/ 3478 w 8426"/>
              <a:gd name="T41" fmla="*/ 9259 h 9260"/>
              <a:gd name="T42" fmla="*/ 4869 w 8426"/>
              <a:gd name="T43" fmla="*/ 9259 h 9260"/>
              <a:gd name="T44" fmla="*/ 5114 w 8426"/>
              <a:gd name="T45" fmla="*/ 9015 h 9260"/>
              <a:gd name="T46" fmla="*/ 5114 w 8426"/>
              <a:gd name="T47" fmla="*/ 5769 h 9260"/>
              <a:gd name="T48" fmla="*/ 5191 w 8426"/>
              <a:gd name="T49" fmla="*/ 5692 h 9260"/>
              <a:gd name="T50" fmla="*/ 5333 w 8426"/>
              <a:gd name="T51" fmla="*/ 5692 h 9260"/>
              <a:gd name="T52" fmla="*/ 8425 w 8426"/>
              <a:gd name="T53" fmla="*/ 2834 h 9260"/>
              <a:gd name="T54" fmla="*/ 5333 w 8426"/>
              <a:gd name="T55" fmla="*/ 0 h 9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426" h="9260">
                <a:moveTo>
                  <a:pt x="1611" y="1739"/>
                </a:moveTo>
                <a:lnTo>
                  <a:pt x="1611" y="1739"/>
                </a:lnTo>
                <a:cubicBezTo>
                  <a:pt x="0" y="1739"/>
                  <a:pt x="0" y="1739"/>
                  <a:pt x="0" y="1739"/>
                </a:cubicBezTo>
                <a:cubicBezTo>
                  <a:pt x="13" y="1803"/>
                  <a:pt x="39" y="1842"/>
                  <a:pt x="65" y="1880"/>
                </a:cubicBezTo>
                <a:cubicBezTo>
                  <a:pt x="529" y="2331"/>
                  <a:pt x="1160" y="2962"/>
                  <a:pt x="1611" y="3426"/>
                </a:cubicBezTo>
                <a:cubicBezTo>
                  <a:pt x="1649" y="3452"/>
                  <a:pt x="1688" y="3439"/>
                  <a:pt x="1688" y="3400"/>
                </a:cubicBezTo>
                <a:cubicBezTo>
                  <a:pt x="1688" y="1816"/>
                  <a:pt x="1688" y="1816"/>
                  <a:pt x="1688" y="1816"/>
                </a:cubicBezTo>
                <a:cubicBezTo>
                  <a:pt x="1688" y="1777"/>
                  <a:pt x="1649" y="1739"/>
                  <a:pt x="1611" y="1739"/>
                </a:cubicBezTo>
                <a:close/>
                <a:moveTo>
                  <a:pt x="5333" y="0"/>
                </a:moveTo>
                <a:lnTo>
                  <a:pt x="5333" y="0"/>
                </a:lnTo>
                <a:cubicBezTo>
                  <a:pt x="5217" y="0"/>
                  <a:pt x="5217" y="0"/>
                  <a:pt x="5217" y="0"/>
                </a:cubicBezTo>
                <a:cubicBezTo>
                  <a:pt x="5217" y="1571"/>
                  <a:pt x="5217" y="1571"/>
                  <a:pt x="5217" y="1571"/>
                </a:cubicBezTo>
                <a:cubicBezTo>
                  <a:pt x="5217" y="1674"/>
                  <a:pt x="5140" y="1739"/>
                  <a:pt x="5050" y="1739"/>
                </a:cubicBezTo>
                <a:cubicBezTo>
                  <a:pt x="3581" y="1739"/>
                  <a:pt x="3581" y="1739"/>
                  <a:pt x="3581" y="1739"/>
                </a:cubicBezTo>
                <a:cubicBezTo>
                  <a:pt x="3543" y="1739"/>
                  <a:pt x="3517" y="1777"/>
                  <a:pt x="3517" y="1816"/>
                </a:cubicBezTo>
                <a:cubicBezTo>
                  <a:pt x="3517" y="7572"/>
                  <a:pt x="3517" y="7572"/>
                  <a:pt x="3517" y="7572"/>
                </a:cubicBezTo>
                <a:cubicBezTo>
                  <a:pt x="3517" y="7662"/>
                  <a:pt x="3440" y="7740"/>
                  <a:pt x="3349" y="7740"/>
                </a:cubicBezTo>
                <a:cubicBezTo>
                  <a:pt x="1894" y="7740"/>
                  <a:pt x="1894" y="7740"/>
                  <a:pt x="1894" y="7740"/>
                </a:cubicBezTo>
                <a:cubicBezTo>
                  <a:pt x="1855" y="7740"/>
                  <a:pt x="1830" y="7791"/>
                  <a:pt x="1855" y="7817"/>
                </a:cubicBezTo>
                <a:cubicBezTo>
                  <a:pt x="2177" y="8139"/>
                  <a:pt x="2808" y="8770"/>
                  <a:pt x="3143" y="9092"/>
                </a:cubicBezTo>
                <a:cubicBezTo>
                  <a:pt x="3221" y="9182"/>
                  <a:pt x="3336" y="9259"/>
                  <a:pt x="3478" y="9259"/>
                </a:cubicBezTo>
                <a:cubicBezTo>
                  <a:pt x="4869" y="9259"/>
                  <a:pt x="4869" y="9259"/>
                  <a:pt x="4869" y="9259"/>
                </a:cubicBezTo>
                <a:cubicBezTo>
                  <a:pt x="5011" y="9259"/>
                  <a:pt x="5114" y="9143"/>
                  <a:pt x="5114" y="9015"/>
                </a:cubicBezTo>
                <a:cubicBezTo>
                  <a:pt x="5114" y="5769"/>
                  <a:pt x="5114" y="5769"/>
                  <a:pt x="5114" y="5769"/>
                </a:cubicBezTo>
                <a:cubicBezTo>
                  <a:pt x="5114" y="5730"/>
                  <a:pt x="5140" y="5692"/>
                  <a:pt x="5191" y="5692"/>
                </a:cubicBezTo>
                <a:cubicBezTo>
                  <a:pt x="5333" y="5692"/>
                  <a:pt x="5333" y="5692"/>
                  <a:pt x="5333" y="5692"/>
                </a:cubicBezTo>
                <a:cubicBezTo>
                  <a:pt x="6904" y="5692"/>
                  <a:pt x="8425" y="4739"/>
                  <a:pt x="8425" y="2834"/>
                </a:cubicBezTo>
                <a:cubicBezTo>
                  <a:pt x="8425" y="1146"/>
                  <a:pt x="7252" y="0"/>
                  <a:pt x="53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/>
          <a:p>
            <a:endParaRPr lang="en-BR"/>
          </a:p>
        </p:txBody>
      </p:sp>
      <p:sp>
        <p:nvSpPr>
          <p:cNvPr id="10" name="Date Placeholder 15">
            <a:extLst>
              <a:ext uri="{FF2B5EF4-FFF2-40B4-BE49-F238E27FC236}">
                <a16:creationId xmlns:a16="http://schemas.microsoft.com/office/drawing/2014/main" id="{DE48262B-1A1A-8636-51C8-B719368B7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EE2F8E06-FBB5-B442-A40A-41F58FB10997}" type="datetime4">
              <a:rPr lang="en-US" smtClean="0"/>
              <a:t>February 26,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7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81" r:id="rId2"/>
    <p:sldLayoutId id="2147483780" r:id="rId3"/>
    <p:sldLayoutId id="2147483756" r:id="rId4"/>
    <p:sldLayoutId id="2147483758" r:id="rId5"/>
    <p:sldLayoutId id="2147483777" r:id="rId6"/>
    <p:sldLayoutId id="2147483779" r:id="rId7"/>
    <p:sldLayoutId id="2147483778" r:id="rId8"/>
    <p:sldLayoutId id="2147483795" r:id="rId9"/>
    <p:sldLayoutId id="2147483757" r:id="rId10"/>
    <p:sldLayoutId id="2147483768" r:id="rId11"/>
    <p:sldLayoutId id="2147483797" r:id="rId1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4" pos="5591" userDrawn="1">
          <p15:clr>
            <a:srgbClr val="F26B43"/>
          </p15:clr>
        </p15:guide>
        <p15:guide id="5" pos="169" userDrawn="1">
          <p15:clr>
            <a:srgbClr val="F26B43"/>
          </p15:clr>
        </p15:guide>
        <p15:guide id="6" pos="338" userDrawn="1">
          <p15:clr>
            <a:srgbClr val="F26B43"/>
          </p15:clr>
        </p15:guide>
        <p15:guide id="7" pos="2705" userDrawn="1">
          <p15:clr>
            <a:srgbClr val="F26B43"/>
          </p15:clr>
        </p15:guide>
        <p15:guide id="8" pos="3055" userDrawn="1">
          <p15:clr>
            <a:srgbClr val="F26B43"/>
          </p15:clr>
        </p15:guide>
        <p15:guide id="9" pos="5422" userDrawn="1">
          <p15:clr>
            <a:srgbClr val="F26B43"/>
          </p15:clr>
        </p15:guide>
        <p15:guide id="10" orient="horz" pos="1280" userDrawn="1">
          <p15:clr>
            <a:srgbClr val="F26B43"/>
          </p15:clr>
        </p15:guide>
        <p15:guide id="11" orient="horz" pos="169" userDrawn="1">
          <p15:clr>
            <a:srgbClr val="F26B43"/>
          </p15:clr>
        </p15:guide>
        <p15:guide id="12" orient="horz" pos="338" userDrawn="1">
          <p15:clr>
            <a:srgbClr val="F26B43"/>
          </p15:clr>
        </p15:guide>
        <p15:guide id="13" orient="horz" pos="50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6E33CD1-505D-D06C-12D8-7D017DA67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2895" y="4921103"/>
            <a:ext cx="43334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ctr" defTabSz="685800" rtl="0" eaLnBrk="1" latinLnBrk="0" hangingPunct="1">
              <a:defRPr sz="800" b="0" i="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6889F1-F20E-B547-BEBE-8FF220AB482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9CA92-4B96-8991-EECA-7EDD8FBD8EE7}"/>
              </a:ext>
            </a:extLst>
          </p:cNvPr>
          <p:cNvSpPr txBox="1">
            <a:spLocks/>
          </p:cNvSpPr>
          <p:nvPr userDrawn="1"/>
        </p:nvSpPr>
        <p:spPr>
          <a:xfrm>
            <a:off x="4661780" y="4933414"/>
            <a:ext cx="2265202" cy="11080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 b="0" i="0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Presentation title  (slide master)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1DF8FA-9D8A-46EB-D39E-A637C047EF59}"/>
              </a:ext>
            </a:extLst>
          </p:cNvPr>
          <p:cNvGrpSpPr/>
          <p:nvPr userDrawn="1"/>
        </p:nvGrpSpPr>
        <p:grpSpPr>
          <a:xfrm>
            <a:off x="7138020" y="4903945"/>
            <a:ext cx="1255131" cy="163924"/>
            <a:chOff x="7467600" y="4829175"/>
            <a:chExt cx="1120775" cy="2667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B1F7E0F-8E3A-F06C-D3F7-545802C09641}"/>
                </a:ext>
              </a:extLst>
            </p:cNvPr>
            <p:cNvCxnSpPr/>
            <p:nvPr userDrawn="1"/>
          </p:nvCxnSpPr>
          <p:spPr>
            <a:xfrm>
              <a:off x="8588375" y="4829175"/>
              <a:ext cx="0" cy="2667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71D1C9B-65FA-C317-FF4D-3BB4BB03714E}"/>
                </a:ext>
              </a:extLst>
            </p:cNvPr>
            <p:cNvCxnSpPr/>
            <p:nvPr userDrawn="1"/>
          </p:nvCxnSpPr>
          <p:spPr>
            <a:xfrm>
              <a:off x="7467600" y="4829175"/>
              <a:ext cx="0" cy="26670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B0E9209-EDEB-E233-751E-FB4823D95B8C}"/>
              </a:ext>
            </a:extLst>
          </p:cNvPr>
          <p:cNvSpPr txBox="1">
            <a:spLocks/>
          </p:cNvSpPr>
          <p:nvPr userDrawn="1"/>
        </p:nvSpPr>
        <p:spPr>
          <a:xfrm>
            <a:off x="607055" y="4933414"/>
            <a:ext cx="1219660" cy="11080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b="0" i="0" err="1">
                <a:solidFill>
                  <a:schemeClr val="bg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tp.com</a:t>
            </a:r>
            <a:endParaRPr lang="en-US" sz="800" b="0" i="0">
              <a:solidFill>
                <a:schemeClr val="bg1"/>
              </a:solidFill>
              <a:effectLst/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B74757-68E1-9509-B1DC-02A964AC8E2F}"/>
              </a:ext>
            </a:extLst>
          </p:cNvPr>
          <p:cNvCxnSpPr>
            <a:cxnSpLocks/>
          </p:cNvCxnSpPr>
          <p:nvPr userDrawn="1"/>
        </p:nvCxnSpPr>
        <p:spPr>
          <a:xfrm>
            <a:off x="273050" y="4868892"/>
            <a:ext cx="858361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2">
            <a:extLst>
              <a:ext uri="{FF2B5EF4-FFF2-40B4-BE49-F238E27FC236}">
                <a16:creationId xmlns:a16="http://schemas.microsoft.com/office/drawing/2014/main" id="{29A287C6-C415-75E6-A915-9123ADA6206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2584" y="4918812"/>
            <a:ext cx="149731" cy="164539"/>
          </a:xfrm>
          <a:custGeom>
            <a:avLst/>
            <a:gdLst>
              <a:gd name="T0" fmla="*/ 1611 w 8426"/>
              <a:gd name="T1" fmla="*/ 1739 h 9260"/>
              <a:gd name="T2" fmla="*/ 1611 w 8426"/>
              <a:gd name="T3" fmla="*/ 1739 h 9260"/>
              <a:gd name="T4" fmla="*/ 0 w 8426"/>
              <a:gd name="T5" fmla="*/ 1739 h 9260"/>
              <a:gd name="T6" fmla="*/ 65 w 8426"/>
              <a:gd name="T7" fmla="*/ 1880 h 9260"/>
              <a:gd name="T8" fmla="*/ 1611 w 8426"/>
              <a:gd name="T9" fmla="*/ 3426 h 9260"/>
              <a:gd name="T10" fmla="*/ 1688 w 8426"/>
              <a:gd name="T11" fmla="*/ 3400 h 9260"/>
              <a:gd name="T12" fmla="*/ 1688 w 8426"/>
              <a:gd name="T13" fmla="*/ 1816 h 9260"/>
              <a:gd name="T14" fmla="*/ 1611 w 8426"/>
              <a:gd name="T15" fmla="*/ 1739 h 9260"/>
              <a:gd name="T16" fmla="*/ 5333 w 8426"/>
              <a:gd name="T17" fmla="*/ 0 h 9260"/>
              <a:gd name="T18" fmla="*/ 5333 w 8426"/>
              <a:gd name="T19" fmla="*/ 0 h 9260"/>
              <a:gd name="T20" fmla="*/ 5217 w 8426"/>
              <a:gd name="T21" fmla="*/ 0 h 9260"/>
              <a:gd name="T22" fmla="*/ 5217 w 8426"/>
              <a:gd name="T23" fmla="*/ 1571 h 9260"/>
              <a:gd name="T24" fmla="*/ 5050 w 8426"/>
              <a:gd name="T25" fmla="*/ 1739 h 9260"/>
              <a:gd name="T26" fmla="*/ 3581 w 8426"/>
              <a:gd name="T27" fmla="*/ 1739 h 9260"/>
              <a:gd name="T28" fmla="*/ 3517 w 8426"/>
              <a:gd name="T29" fmla="*/ 1816 h 9260"/>
              <a:gd name="T30" fmla="*/ 3517 w 8426"/>
              <a:gd name="T31" fmla="*/ 7572 h 9260"/>
              <a:gd name="T32" fmla="*/ 3349 w 8426"/>
              <a:gd name="T33" fmla="*/ 7740 h 9260"/>
              <a:gd name="T34" fmla="*/ 1894 w 8426"/>
              <a:gd name="T35" fmla="*/ 7740 h 9260"/>
              <a:gd name="T36" fmla="*/ 1855 w 8426"/>
              <a:gd name="T37" fmla="*/ 7817 h 9260"/>
              <a:gd name="T38" fmla="*/ 3143 w 8426"/>
              <a:gd name="T39" fmla="*/ 9092 h 9260"/>
              <a:gd name="T40" fmla="*/ 3478 w 8426"/>
              <a:gd name="T41" fmla="*/ 9259 h 9260"/>
              <a:gd name="T42" fmla="*/ 4869 w 8426"/>
              <a:gd name="T43" fmla="*/ 9259 h 9260"/>
              <a:gd name="T44" fmla="*/ 5114 w 8426"/>
              <a:gd name="T45" fmla="*/ 9015 h 9260"/>
              <a:gd name="T46" fmla="*/ 5114 w 8426"/>
              <a:gd name="T47" fmla="*/ 5769 h 9260"/>
              <a:gd name="T48" fmla="*/ 5191 w 8426"/>
              <a:gd name="T49" fmla="*/ 5692 h 9260"/>
              <a:gd name="T50" fmla="*/ 5333 w 8426"/>
              <a:gd name="T51" fmla="*/ 5692 h 9260"/>
              <a:gd name="T52" fmla="*/ 8425 w 8426"/>
              <a:gd name="T53" fmla="*/ 2834 h 9260"/>
              <a:gd name="T54" fmla="*/ 5333 w 8426"/>
              <a:gd name="T55" fmla="*/ 0 h 9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8426" h="9260">
                <a:moveTo>
                  <a:pt x="1611" y="1739"/>
                </a:moveTo>
                <a:lnTo>
                  <a:pt x="1611" y="1739"/>
                </a:lnTo>
                <a:cubicBezTo>
                  <a:pt x="0" y="1739"/>
                  <a:pt x="0" y="1739"/>
                  <a:pt x="0" y="1739"/>
                </a:cubicBezTo>
                <a:cubicBezTo>
                  <a:pt x="13" y="1803"/>
                  <a:pt x="39" y="1842"/>
                  <a:pt x="65" y="1880"/>
                </a:cubicBezTo>
                <a:cubicBezTo>
                  <a:pt x="529" y="2331"/>
                  <a:pt x="1160" y="2962"/>
                  <a:pt x="1611" y="3426"/>
                </a:cubicBezTo>
                <a:cubicBezTo>
                  <a:pt x="1649" y="3452"/>
                  <a:pt x="1688" y="3439"/>
                  <a:pt x="1688" y="3400"/>
                </a:cubicBezTo>
                <a:cubicBezTo>
                  <a:pt x="1688" y="1816"/>
                  <a:pt x="1688" y="1816"/>
                  <a:pt x="1688" y="1816"/>
                </a:cubicBezTo>
                <a:cubicBezTo>
                  <a:pt x="1688" y="1777"/>
                  <a:pt x="1649" y="1739"/>
                  <a:pt x="1611" y="1739"/>
                </a:cubicBezTo>
                <a:close/>
                <a:moveTo>
                  <a:pt x="5333" y="0"/>
                </a:moveTo>
                <a:lnTo>
                  <a:pt x="5333" y="0"/>
                </a:lnTo>
                <a:cubicBezTo>
                  <a:pt x="5217" y="0"/>
                  <a:pt x="5217" y="0"/>
                  <a:pt x="5217" y="0"/>
                </a:cubicBezTo>
                <a:cubicBezTo>
                  <a:pt x="5217" y="1571"/>
                  <a:pt x="5217" y="1571"/>
                  <a:pt x="5217" y="1571"/>
                </a:cubicBezTo>
                <a:cubicBezTo>
                  <a:pt x="5217" y="1674"/>
                  <a:pt x="5140" y="1739"/>
                  <a:pt x="5050" y="1739"/>
                </a:cubicBezTo>
                <a:cubicBezTo>
                  <a:pt x="3581" y="1739"/>
                  <a:pt x="3581" y="1739"/>
                  <a:pt x="3581" y="1739"/>
                </a:cubicBezTo>
                <a:cubicBezTo>
                  <a:pt x="3543" y="1739"/>
                  <a:pt x="3517" y="1777"/>
                  <a:pt x="3517" y="1816"/>
                </a:cubicBezTo>
                <a:cubicBezTo>
                  <a:pt x="3517" y="7572"/>
                  <a:pt x="3517" y="7572"/>
                  <a:pt x="3517" y="7572"/>
                </a:cubicBezTo>
                <a:cubicBezTo>
                  <a:pt x="3517" y="7662"/>
                  <a:pt x="3440" y="7740"/>
                  <a:pt x="3349" y="7740"/>
                </a:cubicBezTo>
                <a:cubicBezTo>
                  <a:pt x="1894" y="7740"/>
                  <a:pt x="1894" y="7740"/>
                  <a:pt x="1894" y="7740"/>
                </a:cubicBezTo>
                <a:cubicBezTo>
                  <a:pt x="1855" y="7740"/>
                  <a:pt x="1830" y="7791"/>
                  <a:pt x="1855" y="7817"/>
                </a:cubicBezTo>
                <a:cubicBezTo>
                  <a:pt x="2177" y="8139"/>
                  <a:pt x="2808" y="8770"/>
                  <a:pt x="3143" y="9092"/>
                </a:cubicBezTo>
                <a:cubicBezTo>
                  <a:pt x="3221" y="9182"/>
                  <a:pt x="3336" y="9259"/>
                  <a:pt x="3478" y="9259"/>
                </a:cubicBezTo>
                <a:cubicBezTo>
                  <a:pt x="4869" y="9259"/>
                  <a:pt x="4869" y="9259"/>
                  <a:pt x="4869" y="9259"/>
                </a:cubicBezTo>
                <a:cubicBezTo>
                  <a:pt x="5011" y="9259"/>
                  <a:pt x="5114" y="9143"/>
                  <a:pt x="5114" y="9015"/>
                </a:cubicBezTo>
                <a:cubicBezTo>
                  <a:pt x="5114" y="5769"/>
                  <a:pt x="5114" y="5769"/>
                  <a:pt x="5114" y="5769"/>
                </a:cubicBezTo>
                <a:cubicBezTo>
                  <a:pt x="5114" y="5730"/>
                  <a:pt x="5140" y="5692"/>
                  <a:pt x="5191" y="5692"/>
                </a:cubicBezTo>
                <a:cubicBezTo>
                  <a:pt x="5333" y="5692"/>
                  <a:pt x="5333" y="5692"/>
                  <a:pt x="5333" y="5692"/>
                </a:cubicBezTo>
                <a:cubicBezTo>
                  <a:pt x="6904" y="5692"/>
                  <a:pt x="8425" y="4739"/>
                  <a:pt x="8425" y="2834"/>
                </a:cubicBezTo>
                <a:cubicBezTo>
                  <a:pt x="8425" y="1146"/>
                  <a:pt x="7252" y="0"/>
                  <a:pt x="5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BR">
              <a:solidFill>
                <a:schemeClr val="bg1"/>
              </a:solidFill>
            </a:endParaRPr>
          </a:p>
        </p:txBody>
      </p:sp>
      <p:sp>
        <p:nvSpPr>
          <p:cNvPr id="10" name="Date Placeholder 15">
            <a:extLst>
              <a:ext uri="{FF2B5EF4-FFF2-40B4-BE49-F238E27FC236}">
                <a16:creationId xmlns:a16="http://schemas.microsoft.com/office/drawing/2014/main" id="{DE48262B-1A1A-8636-51C8-B719368B73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195614" y="4921773"/>
            <a:ext cx="1142467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lang="en-US" sz="800" b="0" i="0" kern="1200" smtClean="0">
                <a:solidFill>
                  <a:schemeClr val="bg1"/>
                </a:solidFill>
                <a:effectLst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EE2F8E06-FBB5-B442-A40A-41F58FB10997}" type="datetime4">
              <a:rPr lang="en-US" smtClean="0"/>
              <a:pPr/>
              <a:t>February 26,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52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4" pos="5591" userDrawn="1">
          <p15:clr>
            <a:srgbClr val="F26B43"/>
          </p15:clr>
        </p15:guide>
        <p15:guide id="5" pos="169" userDrawn="1">
          <p15:clr>
            <a:srgbClr val="F26B43"/>
          </p15:clr>
        </p15:guide>
        <p15:guide id="6" pos="338" userDrawn="1">
          <p15:clr>
            <a:srgbClr val="F26B43"/>
          </p15:clr>
        </p15:guide>
        <p15:guide id="7" pos="2705" userDrawn="1">
          <p15:clr>
            <a:srgbClr val="F26B43"/>
          </p15:clr>
        </p15:guide>
        <p15:guide id="8" pos="3055" userDrawn="1">
          <p15:clr>
            <a:srgbClr val="F26B43"/>
          </p15:clr>
        </p15:guide>
        <p15:guide id="9" pos="5422" userDrawn="1">
          <p15:clr>
            <a:srgbClr val="F26B43"/>
          </p15:clr>
        </p15:guide>
        <p15:guide id="10" orient="horz" pos="1280" userDrawn="1">
          <p15:clr>
            <a:srgbClr val="F26B43"/>
          </p15:clr>
        </p15:guide>
        <p15:guide id="11" orient="horz" pos="169" userDrawn="1">
          <p15:clr>
            <a:srgbClr val="F26B43"/>
          </p15:clr>
        </p15:guide>
        <p15:guide id="12" orient="horz" pos="338" userDrawn="1">
          <p15:clr>
            <a:srgbClr val="F26B43"/>
          </p15:clr>
        </p15:guide>
        <p15:guide id="13" orient="horz" pos="5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7C9E51-379A-9996-AAA5-F1082EC0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494"/>
            <a:ext cx="9144000" cy="4264512"/>
          </a:xfrm>
          <a:prstGeom prst="rect">
            <a:avLst/>
          </a:prstGeom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A23E76AD-ACE3-2B48-2783-2F0AA13C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46889F1-F20E-B547-BEBE-8FF220AB4823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54628FA0-1367-773B-8C3C-DD3FDC4A953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D68F9D93-DE5A-4E40-B9D1-87BD4287753F}" type="datetime4">
              <a:rPr lang="en-US" smtClean="0"/>
              <a:pPr>
                <a:spcAft>
                  <a:spcPts val="600"/>
                </a:spcAft>
              </a:pPr>
              <a:t>February 26, 2026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13CD2F-9590-294E-336B-4EAEAECBEB61}"/>
              </a:ext>
            </a:extLst>
          </p:cNvPr>
          <p:cNvSpPr txBox="1"/>
          <p:nvPr/>
        </p:nvSpPr>
        <p:spPr>
          <a:xfrm>
            <a:off x="245659" y="1112198"/>
            <a:ext cx="1937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Best practice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 Light" panose="020F0302020204030204" pitchFamily="34" charset="0"/>
                <a:cs typeface="Calibri Light" panose="020F0302020204030204" pitchFamily="34" charset="0"/>
              </a:rPr>
              <a:t>Use the notes to detail your case and keep you slide clean and straight to the point. </a:t>
            </a:r>
          </a:p>
        </p:txBody>
      </p:sp>
    </p:spTree>
    <p:extLst>
      <p:ext uri="{BB962C8B-B14F-4D97-AF65-F5344CB8AC3E}">
        <p14:creationId xmlns:p14="http://schemas.microsoft.com/office/powerpoint/2010/main" val="253186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Placeholder 43">
            <a:extLst>
              <a:ext uri="{FF2B5EF4-FFF2-40B4-BE49-F238E27FC236}">
                <a16:creationId xmlns:a16="http://schemas.microsoft.com/office/drawing/2014/main" id="{0A0AD0A0-215E-EAD1-92F7-9E980FE40DD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9210" b="19210"/>
          <a:stretch>
            <a:fillRect/>
          </a:stretch>
        </p:blipFill>
        <p:spPr>
          <a:xfrm>
            <a:off x="0" y="0"/>
            <a:ext cx="9144000" cy="2032000"/>
          </a:xfr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Results and impact</a:t>
            </a:r>
            <a:endParaRPr lang="en-BR">
              <a:solidFill>
                <a:schemeClr val="bg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195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indow with a city view&#10;&#10;Description automatically generated">
            <a:extLst>
              <a:ext uri="{FF2B5EF4-FFF2-40B4-BE49-F238E27FC236}">
                <a16:creationId xmlns:a16="http://schemas.microsoft.com/office/drawing/2014/main" id="{82825500-B4D7-41A3-5761-DB91E9AF0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38" y="4808"/>
            <a:ext cx="9151475" cy="203366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Results and impact</a:t>
            </a:r>
            <a:endParaRPr lang="en-BR">
              <a:solidFill>
                <a:schemeClr val="bg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2091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indow with a light coming out of it&#10;&#10;Description automatically generated with medium confidence">
            <a:extLst>
              <a:ext uri="{FF2B5EF4-FFF2-40B4-BE49-F238E27FC236}">
                <a16:creationId xmlns:a16="http://schemas.microsoft.com/office/drawing/2014/main" id="{BEA56CA2-8B68-D671-C857-5FACB603E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24"/>
            <a:ext cx="9144000" cy="2032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F26BE5-A93E-C72C-57A9-B79442B85FF8}"/>
              </a:ext>
            </a:extLst>
          </p:cNvPr>
          <p:cNvSpPr/>
          <p:nvPr/>
        </p:nvSpPr>
        <p:spPr>
          <a:xfrm>
            <a:off x="0" y="-11394"/>
            <a:ext cx="5380075" cy="2034363"/>
          </a:xfrm>
          <a:prstGeom prst="rect">
            <a:avLst/>
          </a:prstGeom>
          <a:gradFill>
            <a:gsLst>
              <a:gs pos="0">
                <a:schemeClr val="tx1">
                  <a:alpha val="37000"/>
                </a:schemeClr>
              </a:gs>
              <a:gs pos="100000">
                <a:schemeClr val="bg1"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Results and impact</a:t>
            </a:r>
            <a:endParaRPr lang="en-BR">
              <a:solidFill>
                <a:schemeClr val="bg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158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sitting at a table&#10;&#10;Description automatically generated">
            <a:extLst>
              <a:ext uri="{FF2B5EF4-FFF2-40B4-BE49-F238E27FC236}">
                <a16:creationId xmlns:a16="http://schemas.microsoft.com/office/drawing/2014/main" id="{9AB9FF5F-5630-C9B3-E117-1B69CAEF2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884"/>
            <a:ext cx="9144000" cy="2032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1BF9AF9-DAAF-CB30-704F-03B1165AE77C}"/>
              </a:ext>
            </a:extLst>
          </p:cNvPr>
          <p:cNvSpPr/>
          <p:nvPr/>
        </p:nvSpPr>
        <p:spPr>
          <a:xfrm>
            <a:off x="0" y="-6247"/>
            <a:ext cx="5380075" cy="2034363"/>
          </a:xfrm>
          <a:prstGeom prst="rect">
            <a:avLst/>
          </a:prstGeom>
          <a:gradFill>
            <a:gsLst>
              <a:gs pos="0">
                <a:schemeClr val="tx1">
                  <a:alpha val="64846"/>
                </a:schemeClr>
              </a:gs>
              <a:gs pos="100000">
                <a:schemeClr val="bg1"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Results and impact</a:t>
            </a:r>
            <a:endParaRPr lang="en-BR">
              <a:solidFill>
                <a:schemeClr val="bg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7702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43">
            <a:extLst>
              <a:ext uri="{FF2B5EF4-FFF2-40B4-BE49-F238E27FC236}">
                <a16:creationId xmlns:a16="http://schemas.microsoft.com/office/drawing/2014/main" id="{E53132F8-36C4-E517-4FEB-80866BEE41D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16816" b="49870"/>
          <a:stretch/>
        </p:blipFill>
        <p:spPr>
          <a:xfrm>
            <a:off x="0" y="0"/>
            <a:ext cx="9144000" cy="2032000"/>
          </a:xfr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3D30FA1-6ADE-F040-C483-7E9D212FD89A}"/>
              </a:ext>
            </a:extLst>
          </p:cNvPr>
          <p:cNvSpPr/>
          <p:nvPr/>
        </p:nvSpPr>
        <p:spPr>
          <a:xfrm>
            <a:off x="0" y="0"/>
            <a:ext cx="5380075" cy="2034363"/>
          </a:xfrm>
          <a:prstGeom prst="rect">
            <a:avLst/>
          </a:prstGeom>
          <a:gradFill>
            <a:gsLst>
              <a:gs pos="0">
                <a:schemeClr val="bg1">
                  <a:alpha val="75024"/>
                </a:schemeClr>
              </a:gs>
              <a:gs pos="100000">
                <a:schemeClr val="bg1">
                  <a:alpha val="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en-BR" dirty="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Results and impact</a:t>
            </a:r>
            <a:endParaRPr lang="en-BR">
              <a:solidFill>
                <a:schemeClr val="tx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0270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43">
            <a:extLst>
              <a:ext uri="{FF2B5EF4-FFF2-40B4-BE49-F238E27FC236}">
                <a16:creationId xmlns:a16="http://schemas.microsoft.com/office/drawing/2014/main" id="{B282305E-FF10-6685-0CD3-D97C4B5C5B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330" b="37100"/>
          <a:stretch/>
        </p:blipFill>
        <p:spPr>
          <a:xfrm>
            <a:off x="0" y="0"/>
            <a:ext cx="9144000" cy="203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Results and impact</a:t>
            </a:r>
            <a:endParaRPr lang="en-BR">
              <a:solidFill>
                <a:schemeClr val="bg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3496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wall with metal railing&#10;&#10;Description automatically generated">
            <a:extLst>
              <a:ext uri="{FF2B5EF4-FFF2-40B4-BE49-F238E27FC236}">
                <a16:creationId xmlns:a16="http://schemas.microsoft.com/office/drawing/2014/main" id="{BE089981-AD5A-409E-4486-F205687B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67"/>
            <a:ext cx="9144000" cy="2032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Results and impact</a:t>
            </a:r>
            <a:endParaRPr lang="en-BR">
              <a:solidFill>
                <a:schemeClr val="bg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6B2E6F3-2AF6-BBF4-1704-B5965DD7E758}"/>
              </a:ext>
            </a:extLst>
          </p:cNvPr>
          <p:cNvSpPr/>
          <p:nvPr/>
        </p:nvSpPr>
        <p:spPr>
          <a:xfrm>
            <a:off x="1506071" y="4931861"/>
            <a:ext cx="5609658" cy="1231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25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truck&#10;&#10;Description automatically generated">
            <a:extLst>
              <a:ext uri="{FF2B5EF4-FFF2-40B4-BE49-F238E27FC236}">
                <a16:creationId xmlns:a16="http://schemas.microsoft.com/office/drawing/2014/main" id="{4FA32773-6508-F350-8E37-0A394E020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470" y="-5415"/>
            <a:ext cx="9166469" cy="203699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Results and impact</a:t>
            </a:r>
            <a:endParaRPr lang="en-BR">
              <a:solidFill>
                <a:schemeClr val="bg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508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tennis court&#10;&#10;Description automatically generated">
            <a:extLst>
              <a:ext uri="{FF2B5EF4-FFF2-40B4-BE49-F238E27FC236}">
                <a16:creationId xmlns:a16="http://schemas.microsoft.com/office/drawing/2014/main" id="{C7C462BF-77BC-9362-D015-78C0FEC95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53" y="10723"/>
            <a:ext cx="9131922" cy="2029316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Results and impact</a:t>
            </a:r>
            <a:endParaRPr lang="en-BR">
              <a:solidFill>
                <a:schemeClr val="bg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17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in a suit&#10;&#10;Description automatically generated">
            <a:extLst>
              <a:ext uri="{FF2B5EF4-FFF2-40B4-BE49-F238E27FC236}">
                <a16:creationId xmlns:a16="http://schemas.microsoft.com/office/drawing/2014/main" id="{14189D3C-6B1F-D5B3-2C30-A924CE048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25" y="2721"/>
            <a:ext cx="9167931" cy="203731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en-BR" dirty="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Results and impact</a:t>
            </a:r>
            <a:endParaRPr lang="en-BR">
              <a:solidFill>
                <a:schemeClr val="tx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404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rry image of a person holding a computer&#10;&#10;Description automatically generated">
            <a:extLst>
              <a:ext uri="{FF2B5EF4-FFF2-40B4-BE49-F238E27FC236}">
                <a16:creationId xmlns:a16="http://schemas.microsoft.com/office/drawing/2014/main" id="{1450C9A5-8174-A938-4E88-1E473F368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53" y="-770"/>
            <a:ext cx="9149553" cy="203323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Results and impact</a:t>
            </a:r>
            <a:endParaRPr lang="en-BR">
              <a:solidFill>
                <a:schemeClr val="bg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6B2E6F3-2AF6-BBF4-1704-B5965DD7E758}"/>
              </a:ext>
            </a:extLst>
          </p:cNvPr>
          <p:cNvSpPr/>
          <p:nvPr/>
        </p:nvSpPr>
        <p:spPr>
          <a:xfrm>
            <a:off x="1506071" y="4931861"/>
            <a:ext cx="5609658" cy="1231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00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lant in a pot by a window&#10;&#10;Description automatically generated">
            <a:extLst>
              <a:ext uri="{FF2B5EF4-FFF2-40B4-BE49-F238E27FC236}">
                <a16:creationId xmlns:a16="http://schemas.microsoft.com/office/drawing/2014/main" id="{EF62713A-E931-3253-C395-F15CAC24B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032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6147FCC3-689B-98C2-E22F-2B283B7EC0E0}"/>
              </a:ext>
            </a:extLst>
          </p:cNvPr>
          <p:cNvSpPr/>
          <p:nvPr/>
        </p:nvSpPr>
        <p:spPr>
          <a:xfrm>
            <a:off x="6068582" y="2143897"/>
            <a:ext cx="2802368" cy="2631988"/>
          </a:xfrm>
          <a:prstGeom prst="rect">
            <a:avLst/>
          </a:prstGeom>
          <a:solidFill>
            <a:srgbClr val="4B4C6A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D1E8E-5AB6-2962-7BA4-800474CB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89F1-F20E-B547-BEBE-8FF220AB482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70004-A5BC-1262-FE51-BCB5B0A26F4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2D674A-4C9E-8A45-811C-A1610DA96AE1}" type="datetime4">
              <a:rPr lang="en-US" smtClean="0"/>
              <a:t>February 26, 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C018F7B-31C7-7149-9183-344C7A9E1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86" y="536575"/>
            <a:ext cx="4021102" cy="75713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Lorem ipsum dolor sit </a:t>
            </a:r>
            <a:r>
              <a:rPr lang="en-US" dirty="0" err="1">
                <a:solidFill>
                  <a:schemeClr val="tx1"/>
                </a:solidFill>
              </a:rPr>
              <a:t>amet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consectetuer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adipiscing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elit</a:t>
            </a:r>
            <a:endParaRPr lang="en-BR" dirty="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4B27A8-7E6F-55B3-ED75-FBEF2739B6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73086" y="274607"/>
            <a:ext cx="4021102" cy="25853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Results and impact</a:t>
            </a:r>
            <a:endParaRPr lang="en-BR">
              <a:solidFill>
                <a:schemeClr val="tx1"/>
              </a:solidFill>
            </a:endParaRPr>
          </a:p>
        </p:txBody>
      </p:sp>
      <p:sp>
        <p:nvSpPr>
          <p:cNvPr id="12" name="Text Placeholder 37">
            <a:extLst>
              <a:ext uri="{FF2B5EF4-FFF2-40B4-BE49-F238E27FC236}">
                <a16:creationId xmlns:a16="http://schemas.microsoft.com/office/drawing/2014/main" id="{64209C0F-D3AF-547E-6EEB-2F2FAB85D5FA}"/>
              </a:ext>
            </a:extLst>
          </p:cNvPr>
          <p:cNvSpPr txBox="1">
            <a:spLocks/>
          </p:cNvSpPr>
          <p:nvPr/>
        </p:nvSpPr>
        <p:spPr>
          <a:xfrm>
            <a:off x="273050" y="2198937"/>
            <a:ext cx="2833395" cy="1990288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200" b="1">
                <a:latin typeface="Calibri Light" panose="020F0302020204030204" pitchFamily="34" charset="0"/>
                <a:cs typeface="Calibri Light" panose="020F0302020204030204" pitchFamily="34" charset="0"/>
              </a:rPr>
              <a:t>Client overview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Location: 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Service(s):	Lorem ipsum dolor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TP tools: 	Lorem ipsum dolor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Business challenges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720000" lvl="1" indent="-207450">
              <a:lnSpc>
                <a:spcPct val="100000"/>
              </a:lnSpc>
              <a:spcBef>
                <a:spcPts val="0"/>
              </a:spcBef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Lorem ipsum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The period analyzed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>
                <a:latin typeface="Calibri Light" panose="020F0302020204030204" pitchFamily="34" charset="0"/>
                <a:cs typeface="Calibri Light" panose="020F0302020204030204" pitchFamily="34" charset="0"/>
              </a:rPr>
              <a:t>	YYYY - YYYY</a:t>
            </a:r>
          </a:p>
        </p:txBody>
      </p:sp>
      <p:sp>
        <p:nvSpPr>
          <p:cNvPr id="15" name="Text Placeholder 36">
            <a:extLst>
              <a:ext uri="{FF2B5EF4-FFF2-40B4-BE49-F238E27FC236}">
                <a16:creationId xmlns:a16="http://schemas.microsoft.com/office/drawing/2014/main" id="{459CDD8F-AD0A-8B78-47BC-44431E259774}"/>
              </a:ext>
            </a:extLst>
          </p:cNvPr>
          <p:cNvSpPr txBox="1">
            <a:spLocks/>
          </p:cNvSpPr>
          <p:nvPr/>
        </p:nvSpPr>
        <p:spPr>
          <a:xfrm>
            <a:off x="3247203" y="2198937"/>
            <a:ext cx="171403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Solution implemented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30FED6-ECC4-AF4B-52C2-66F977E8434C}"/>
              </a:ext>
            </a:extLst>
          </p:cNvPr>
          <p:cNvSpPr txBox="1"/>
          <p:nvPr/>
        </p:nvSpPr>
        <p:spPr>
          <a:xfrm>
            <a:off x="3247203" y="2550308"/>
            <a:ext cx="2465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8000" indent="-108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Lorem ipsum dolor sit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consectetuer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adipiscing</a:t>
            </a:r>
            <a:r>
              <a:rPr lang="en-US" sz="1000" b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000" b="0" err="1">
                <a:latin typeface="Calibri Light" panose="020F0302020204030204" pitchFamily="34" charset="0"/>
                <a:cs typeface="Calibri Light" panose="020F0302020204030204" pitchFamily="34" charset="0"/>
              </a:rPr>
              <a:t>elit</a:t>
            </a:r>
            <a:endParaRPr lang="en-US" sz="1000" b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8" name="Text Placeholder 36">
            <a:extLst>
              <a:ext uri="{FF2B5EF4-FFF2-40B4-BE49-F238E27FC236}">
                <a16:creationId xmlns:a16="http://schemas.microsoft.com/office/drawing/2014/main" id="{3EEC3291-A807-5DC7-DFE1-B6E630EF43A6}"/>
              </a:ext>
            </a:extLst>
          </p:cNvPr>
          <p:cNvSpPr txBox="1">
            <a:spLocks/>
          </p:cNvSpPr>
          <p:nvPr/>
        </p:nvSpPr>
        <p:spPr>
          <a:xfrm>
            <a:off x="6119538" y="2198937"/>
            <a:ext cx="2487887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360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57600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lang="en-BR" sz="1400" kern="1200" dirty="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1"/>
                </a:solidFill>
              </a:rPr>
              <a:t>Business outcomes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B146081-2AF1-259C-180E-70DA4CDBEAF1}"/>
              </a:ext>
            </a:extLst>
          </p:cNvPr>
          <p:cNvGrpSpPr/>
          <p:nvPr/>
        </p:nvGrpSpPr>
        <p:grpSpPr>
          <a:xfrm>
            <a:off x="6099209" y="2579651"/>
            <a:ext cx="1075504" cy="662721"/>
            <a:chOff x="341476" y="1800146"/>
            <a:chExt cx="1671393" cy="6627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6DD89E-5966-4ABF-2599-565B50FE9F0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636F07-4EBE-08F0-C8FB-6739EF3F82AD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316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9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4A2F0B-5446-FB2C-2856-913CBC4E97DC}"/>
              </a:ext>
            </a:extLst>
          </p:cNvPr>
          <p:cNvGrpSpPr/>
          <p:nvPr/>
        </p:nvGrpSpPr>
        <p:grpSpPr>
          <a:xfrm>
            <a:off x="7112629" y="2529470"/>
            <a:ext cx="1068805" cy="870503"/>
            <a:chOff x="6979666" y="2302298"/>
            <a:chExt cx="1068805" cy="87050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C801E1-0BAA-9C2B-7D5A-3576A37325BA}"/>
                </a:ext>
              </a:extLst>
            </p:cNvPr>
            <p:cNvGrpSpPr/>
            <p:nvPr/>
          </p:nvGrpSpPr>
          <p:grpSpPr>
            <a:xfrm>
              <a:off x="6979666" y="2302298"/>
              <a:ext cx="1068805" cy="635393"/>
              <a:chOff x="351885" y="1800146"/>
              <a:chExt cx="1660984" cy="635393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2D7DF8C-C1D6-4B1C-9897-D008828DB6E0}"/>
                  </a:ext>
                </a:extLst>
              </p:cNvPr>
              <p:cNvSpPr txBox="1"/>
              <p:nvPr/>
            </p:nvSpPr>
            <p:spPr>
              <a:xfrm>
                <a:off x="457927" y="1800146"/>
                <a:ext cx="1554942" cy="403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32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xx%</a:t>
                </a:r>
                <a:endParaRPr lang="en-BR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B510A8-E908-0F03-B039-C6DA6F6255B5}"/>
                  </a:ext>
                </a:extLst>
              </p:cNvPr>
              <p:cNvSpPr txBox="1"/>
              <p:nvPr/>
            </p:nvSpPr>
            <p:spPr>
              <a:xfrm>
                <a:off x="351885" y="2143792"/>
                <a:ext cx="1660984" cy="291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800">
                    <a:solidFill>
                      <a:schemeClr val="bg1"/>
                    </a:solidFill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IPSUM DOLOR LOREM IPSUM 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FD00640-9A24-18A7-BA3B-0CAC16E2D132}"/>
                </a:ext>
              </a:extLst>
            </p:cNvPr>
            <p:cNvSpPr txBox="1"/>
            <p:nvPr/>
          </p:nvSpPr>
          <p:spPr>
            <a:xfrm>
              <a:off x="7000018" y="2865024"/>
              <a:ext cx="7971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7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F18F4BB-7B0D-FCBA-622B-CF828363EE43}"/>
              </a:ext>
            </a:extLst>
          </p:cNvPr>
          <p:cNvGrpSpPr/>
          <p:nvPr/>
        </p:nvGrpSpPr>
        <p:grpSpPr>
          <a:xfrm>
            <a:off x="6203713" y="3611253"/>
            <a:ext cx="1068805" cy="635457"/>
            <a:chOff x="351885" y="1800146"/>
            <a:chExt cx="1660984" cy="63545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C690212-EEC6-77C8-A43F-3771E30AFD62}"/>
                </a:ext>
              </a:extLst>
            </p:cNvPr>
            <p:cNvSpPr txBox="1"/>
            <p:nvPr/>
          </p:nvSpPr>
          <p:spPr>
            <a:xfrm>
              <a:off x="457927" y="1800146"/>
              <a:ext cx="1554942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F5BD2D-D08D-DC8B-728D-811F17122D3A}"/>
                </a:ext>
              </a:extLst>
            </p:cNvPr>
            <p:cNvSpPr txBox="1"/>
            <p:nvPr/>
          </p:nvSpPr>
          <p:spPr>
            <a:xfrm>
              <a:off x="351885" y="2143792"/>
              <a:ext cx="1370969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C919259-4CC4-89F8-10B3-9979ED59F2F4}"/>
              </a:ext>
            </a:extLst>
          </p:cNvPr>
          <p:cNvSpPr txBox="1"/>
          <p:nvPr/>
        </p:nvSpPr>
        <p:spPr>
          <a:xfrm>
            <a:off x="6205782" y="4255553"/>
            <a:ext cx="11474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7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IPSUM DOLOR LOREM IPSUM 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4E911EC-CC8A-8FD0-0DD0-71E50D8E37E9}"/>
              </a:ext>
            </a:extLst>
          </p:cNvPr>
          <p:cNvGrpSpPr/>
          <p:nvPr/>
        </p:nvGrpSpPr>
        <p:grpSpPr>
          <a:xfrm>
            <a:off x="7174713" y="3580510"/>
            <a:ext cx="1075504" cy="637842"/>
            <a:chOff x="341476" y="1800146"/>
            <a:chExt cx="1671393" cy="6378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C3C9006-A472-A855-EFEC-1B4DC3111DD5}"/>
                </a:ext>
              </a:extLst>
            </p:cNvPr>
            <p:cNvSpPr txBox="1"/>
            <p:nvPr/>
          </p:nvSpPr>
          <p:spPr>
            <a:xfrm>
              <a:off x="457926" y="1800146"/>
              <a:ext cx="1554943" cy="4038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32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xx%</a:t>
              </a:r>
              <a:endParaRPr lang="en-BR" sz="32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60833-E049-3D33-6EEC-B684E790EE20}"/>
                </a:ext>
              </a:extLst>
            </p:cNvPr>
            <p:cNvSpPr txBox="1"/>
            <p:nvPr/>
          </p:nvSpPr>
          <p:spPr>
            <a:xfrm>
              <a:off x="341476" y="2146177"/>
              <a:ext cx="1452647" cy="291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80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IPSUM DOLOR LOREM IPSUM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1181759"/>
      </p:ext>
    </p:extLst>
  </p:cSld>
  <p:clrMapOvr>
    <a:masterClrMapping/>
  </p:clrMapOvr>
</p:sld>
</file>

<file path=ppt/theme/theme1.xml><?xml version="1.0" encoding="utf-8"?>
<a:theme xmlns:a="http://schemas.openxmlformats.org/drawingml/2006/main" name="1_TP_PPT_Theme">
  <a:themeElements>
    <a:clrScheme name="TP 1">
      <a:dk1>
        <a:srgbClr val="000000"/>
      </a:dk1>
      <a:lt1>
        <a:srgbClr val="FFFFFF"/>
      </a:lt1>
      <a:dk2>
        <a:srgbClr val="D4D1CA"/>
      </a:dk2>
      <a:lt2>
        <a:srgbClr val="4A4C6A"/>
      </a:lt2>
      <a:accent1>
        <a:srgbClr val="ED1E81"/>
      </a:accent1>
      <a:accent2>
        <a:srgbClr val="918D80"/>
      </a:accent2>
      <a:accent3>
        <a:srgbClr val="4C3193"/>
      </a:accent3>
      <a:accent4>
        <a:srgbClr val="706297"/>
      </a:accent4>
      <a:accent5>
        <a:srgbClr val="848DAC"/>
      </a:accent5>
      <a:accent6>
        <a:srgbClr val="C2C7CC"/>
      </a:accent6>
      <a:hlink>
        <a:srgbClr val="0087FF"/>
      </a:hlink>
      <a:folHlink>
        <a:srgbClr val="771E9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P_PPT_Theme" id="{A1981357-F40A-8347-9CA7-348D0FDEBE0D}" vid="{E92FF05A-B3AC-0348-AB30-01324EE7A126}"/>
    </a:ext>
  </a:extLst>
</a:theme>
</file>

<file path=ppt/theme/theme2.xml><?xml version="1.0" encoding="utf-8"?>
<a:theme xmlns:a="http://schemas.openxmlformats.org/drawingml/2006/main" name="2_INTERNAL">
  <a:themeElements>
    <a:clrScheme name="Custom 1">
      <a:dk1>
        <a:srgbClr val="000000"/>
      </a:dk1>
      <a:lt1>
        <a:srgbClr val="FFFFFF"/>
      </a:lt1>
      <a:dk2>
        <a:srgbClr val="D4D1CA"/>
      </a:dk2>
      <a:lt2>
        <a:srgbClr val="4A4C6A"/>
      </a:lt2>
      <a:accent1>
        <a:srgbClr val="FF0082"/>
      </a:accent1>
      <a:accent2>
        <a:srgbClr val="918D80"/>
      </a:accent2>
      <a:accent3>
        <a:srgbClr val="4C3193"/>
      </a:accent3>
      <a:accent4>
        <a:srgbClr val="706297"/>
      </a:accent4>
      <a:accent5>
        <a:srgbClr val="848DAC"/>
      </a:accent5>
      <a:accent6>
        <a:srgbClr val="C2C7CC"/>
      </a:accent6>
      <a:hlink>
        <a:srgbClr val="0087FF"/>
      </a:hlink>
      <a:folHlink>
        <a:srgbClr val="771E9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P_PPT_Theme" id="{A1981357-F40A-8347-9CA7-348D0FDEBE0D}" vid="{E92FF05A-B3AC-0348-AB30-01324EE7A126}"/>
    </a:ext>
  </a:extLst>
</a:theme>
</file>

<file path=ppt/theme/theme3.xml><?xml version="1.0" encoding="utf-8"?>
<a:theme xmlns:a="http://schemas.openxmlformats.org/drawingml/2006/main" name="3_INTERNAL">
  <a:themeElements>
    <a:clrScheme name="Custom 1">
      <a:dk1>
        <a:srgbClr val="000000"/>
      </a:dk1>
      <a:lt1>
        <a:srgbClr val="FFFFFF"/>
      </a:lt1>
      <a:dk2>
        <a:srgbClr val="D4D1CA"/>
      </a:dk2>
      <a:lt2>
        <a:srgbClr val="4A4C6A"/>
      </a:lt2>
      <a:accent1>
        <a:srgbClr val="FF0082"/>
      </a:accent1>
      <a:accent2>
        <a:srgbClr val="918D80"/>
      </a:accent2>
      <a:accent3>
        <a:srgbClr val="4C3193"/>
      </a:accent3>
      <a:accent4>
        <a:srgbClr val="706297"/>
      </a:accent4>
      <a:accent5>
        <a:srgbClr val="848DAC"/>
      </a:accent5>
      <a:accent6>
        <a:srgbClr val="C2C7CC"/>
      </a:accent6>
      <a:hlink>
        <a:srgbClr val="0087FF"/>
      </a:hlink>
      <a:folHlink>
        <a:srgbClr val="771E9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P_PPT_Theme" id="{A1981357-F40A-8347-9CA7-348D0FDEBE0D}" vid="{E92FF05A-B3AC-0348-AB30-01324EE7A12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1b4124-8541-4be8-acde-feb82c488b84" xsi:nil="true"/>
    <lcf76f155ced4ddcb4097134ff3c332f xmlns="7db5e976-62f7-475c-9104-12886540b997">
      <Terms xmlns="http://schemas.microsoft.com/office/infopath/2007/PartnerControls"/>
    </lcf76f155ced4ddcb4097134ff3c332f>
    <TP_x0020_Initiative xmlns="491b4124-8541-4be8-acde-feb82c488b84" xsi:nil="true"/>
    <Content_x0020_Source xmlns="491b4124-8541-4be8-acde-feb82c488b84" xsi:nil="true"/>
    <Vertical xmlns="491b4124-8541-4be8-acde-feb82c488b84" xsi:nil="true"/>
    <TP_x0020_Region xmlns="491b4124-8541-4be8-acde-feb82c488b84" xsi:nil="true"/>
    <Channel xmlns="491b4124-8541-4be8-acde-feb82c488b84" xsi:nil="true"/>
    <p8512e0a9e6a48deba83c37bfc4fa790 xmlns="491b4124-8541-4be8-acde-feb82c488b84">
      <Terms xmlns="http://schemas.microsoft.com/office/infopath/2007/PartnerControls"/>
    </p8512e0a9e6a48deba83c37bfc4fa790>
    <gba3c1aca72844c88050bb747732e9c1 xmlns="491b4124-8541-4be8-acde-feb82c488b84">
      <Terms xmlns="http://schemas.microsoft.com/office/infopath/2007/PartnerControls"/>
    </gba3c1aca72844c88050bb747732e9c1>
    <of760ce1a9a5465b9b8df65a14d63892 xmlns="491b4124-8541-4be8-acde-feb82c488b84">
      <Terms xmlns="http://schemas.microsoft.com/office/infopath/2007/PartnerControls"/>
    </of760ce1a9a5465b9b8df65a14d63892>
    <RFx_x0020_Topic_x0020_-_x0020_Corporate_x0020_Information xmlns="491b4124-8541-4be8-acde-feb82c488b84" xsi:nil="true"/>
    <RFx_x0020_Topic xmlns="491b4124-8541-4be8-acde-feb82c488b84" xsi:nil="true"/>
    <Language_x0020_Seismic xmlns="491b4124-8541-4be8-acde-feb82c488b84" xsi:nil="true"/>
    <Specialized_x0020_Services xmlns="491b4124-8541-4be8-acde-feb82c488b84" xsi:nil="true"/>
    <Keywords_x0020_Seismic xmlns="491b4124-8541-4be8-acde-feb82c488b84" xsi:nil="true"/>
    <TAP_x0020_Tool xmlns="491b4124-8541-4be8-acde-feb82c488b84" xsi:nil="true"/>
    <LOB xmlns="491b4124-8541-4be8-acde-feb82c488b84" xsi:nil="true"/>
    <BI_x0020_Analyst_x0020_Topics xmlns="491b4124-8541-4be8-acde-feb82c488b84" xsi:nil="true"/>
    <BI_x0020_Collateral_x0020_Type xmlns="491b4124-8541-4be8-acde-feb82c488b84" xsi:nil="true"/>
    <Shoring_x002f_Solution xmlns="491b4124-8541-4be8-acde-feb82c488b84" xsi:nil="true"/>
    <EWAP_x0020_Region xmlns="491b4124-8541-4be8-acde-feb82c488b84" xsi:nil="true"/>
    <ce3510981bb3457796c044e2774a2a5f xmlns="491b4124-8541-4be8-acde-feb82c488b84">
      <Terms xmlns="http://schemas.microsoft.com/office/infopath/2007/PartnerControls"/>
    </ce3510981bb3457796c044e2774a2a5f>
    <Confidentiality_x0020_Level xmlns="491b4124-8541-4be8-acde-feb82c488b84" xsi:nil="true"/>
    <Customer_x0020_Segment xmlns="491b4124-8541-4be8-acde-feb82c488b84" xsi:nil="true"/>
    <g5f84a36109c4927a30678eec9f9aff3 xmlns="491b4124-8541-4be8-acde-feb82c488b84">
      <Terms xmlns="http://schemas.microsoft.com/office/infopath/2007/PartnerControls"/>
    </g5f84a36109c4927a30678eec9f9aff3>
    <Content_x0020_Item_x0020_language xmlns="491b4124-8541-4be8-acde-feb82c488b84" xsi:nil="true"/>
    <IBERO-LATAM_x0020_Region xmlns="491b4124-8541-4be8-acde-feb82c488b84" xsi:nil="true"/>
    <Client_x0020_preoccupation_x002f_concerns xmlns="491b4124-8541-4be8-acde-feb82c488b84" xsi:nil="true"/>
    <Document_x0020_format xmlns="491b4124-8541-4be8-acde-feb82c488b84" xsi:nil="true"/>
    <RFx_x0020_Topic_x0020_-_x0020_Departments_x0020_and_x0020_Processes xmlns="491b4124-8541-4be8-acde-feb82c488b84" xsi:nil="true"/>
    <CEMEA_x0020_Region xmlns="491b4124-8541-4be8-acde-feb82c488b84" xsi:nil="true"/>
    <g4a1b193fc5e4184aee8cef4744c06ec xmlns="491b4124-8541-4be8-acde-feb82c488b84">
      <Terms xmlns="http://schemas.microsoft.com/office/infopath/2007/PartnerControls"/>
    </g4a1b193fc5e4184aee8cef4744c06ec>
    <Collateral_x0020_Type xmlns="491b4124-8541-4be8-acde-feb82c488b84" xsi:nil="true"/>
    <Case_x0020_Study_x0020_Outcome xmlns="491b4124-8541-4be8-acde-feb82c488b84" xsi:nil="true"/>
    <TAP_x002f__x0020_TAP_x0020_Solution xmlns="491b4124-8541-4be8-acde-feb82c488b8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084B7CB4F08F418D25A725C8785D11" ma:contentTypeVersion="31" ma:contentTypeDescription="Create a new document." ma:contentTypeScope="" ma:versionID="56259f539855116c98f709e37ddf3d86">
  <xsd:schema xmlns:xsd="http://www.w3.org/2001/XMLSchema" xmlns:xs="http://www.w3.org/2001/XMLSchema" xmlns:p="http://schemas.microsoft.com/office/2006/metadata/properties" xmlns:ns2="7db5e976-62f7-475c-9104-12886540b997" xmlns:ns3="3690f28d-eb18-440d-a159-43b93b4a4568" xmlns:ns4="491b4124-8541-4be8-acde-feb82c488b84" targetNamespace="http://schemas.microsoft.com/office/2006/metadata/properties" ma:root="true" ma:fieldsID="a2aab3506705685c44c741f22bb6be20" ns2:_="" ns3:_="" ns4:_="">
    <xsd:import namespace="7db5e976-62f7-475c-9104-12886540b997"/>
    <xsd:import namespace="3690f28d-eb18-440d-a159-43b93b4a4568"/>
    <xsd:import namespace="491b4124-8541-4be8-acde-feb82c488b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4:TaxCatchAll" minOccurs="0"/>
                <xsd:element ref="ns4:of760ce1a9a5465b9b8df65a14d63892" minOccurs="0"/>
                <xsd:element ref="ns2:MediaLengthInSeconds" minOccurs="0"/>
                <xsd:element ref="ns4:Collateral_x0020_Type" minOccurs="0"/>
                <xsd:element ref="ns4:Confidentiality_x0020_Level" minOccurs="0"/>
                <xsd:element ref="ns4:Content_x0020_Item_x0020_language" minOccurs="0"/>
                <xsd:element ref="ns4:Vertical" minOccurs="0"/>
                <xsd:element ref="ns4:TP_x0020_Region" minOccurs="0"/>
                <xsd:element ref="ns4:TAP_x002f__x0020_TAP_x0020_Solution" minOccurs="0"/>
                <xsd:element ref="ns4:Specialized_x0020_Services" minOccurs="0"/>
                <xsd:element ref="ns4:Shoring_x002f_Solution" minOccurs="0"/>
                <xsd:element ref="ns4:RFx_x0020_Topic_x0020_-_x0020_Departments_x0020_and_x0020_Processes" minOccurs="0"/>
                <xsd:element ref="ns4:RFx_x0020_Topic_x0020_-_x0020_Corporate_x0020_Information" minOccurs="0"/>
                <xsd:element ref="ns4:RFx_x0020_Topic" minOccurs="0"/>
                <xsd:element ref="ns4:LOB" minOccurs="0"/>
                <xsd:element ref="ns4:Language_x0020_Seismic" minOccurs="0"/>
                <xsd:element ref="ns4:Keywords_x0020_Seismic" minOccurs="0"/>
                <xsd:element ref="ns4:IBERO-LATAM_x0020_Region" minOccurs="0"/>
                <xsd:element ref="ns4:EWAP_x0020_Region" minOccurs="0"/>
                <xsd:element ref="ns4:Customer_x0020_Segment" minOccurs="0"/>
                <xsd:element ref="ns4:Channel" minOccurs="0"/>
                <xsd:element ref="ns4:CEMEA_x0020_Region" minOccurs="0"/>
                <xsd:element ref="ns4:Client_x0020_preoccupation_x002f_concerns" minOccurs="0"/>
                <xsd:element ref="ns4:TP_x0020_Initiative" minOccurs="0"/>
                <xsd:element ref="ns4:Document_x0020_format" minOccurs="0"/>
                <xsd:element ref="ns4:BI_x0020_Analyst_x0020_Topics" minOccurs="0"/>
                <xsd:element ref="ns4:BI_x0020_Collateral_x0020_Type" minOccurs="0"/>
                <xsd:element ref="ns4:TAP_x0020_Tool" minOccurs="0"/>
                <xsd:element ref="ns4:Content_x0020_Source" minOccurs="0"/>
                <xsd:element ref="ns4:Case_x0020_Study_x0020_Outcome" minOccurs="0"/>
                <xsd:element ref="ns4:ce3510981bb3457796c044e2774a2a5f" minOccurs="0"/>
                <xsd:element ref="ns4:g5f84a36109c4927a30678eec9f9aff3" minOccurs="0"/>
                <xsd:element ref="ns4:g4a1b193fc5e4184aee8cef4744c06ec" minOccurs="0"/>
                <xsd:element ref="ns4:gba3c1aca72844c88050bb747732e9c1" minOccurs="0"/>
                <xsd:element ref="ns4:p8512e0a9e6a48deba83c37bfc4fa790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b5e976-62f7-475c-9104-12886540b9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59" nillable="true" ma:taxonomy="true" ma:internalName="lcf76f155ced4ddcb4097134ff3c332f" ma:taxonomyFieldName="MediaServiceImageTags" ma:displayName="Image Tags" ma:readOnly="false" ma:fieldId="{5cf76f15-5ced-4ddc-b409-7134ff3c332f}" ma:taxonomyMulti="true" ma:sspId="fdc3dee4-acfb-4958-b3e6-b05ed2e9a3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6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90f28d-eb18-440d-a159-43b93b4a456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1b4124-8541-4be8-acde-feb82c488b8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63589c5-d6f7-4234-9304-eebf09d9fae4}" ma:internalName="TaxCatchAll" ma:showField="CatchAllData" ma:web="491b4124-8541-4be8-acde-feb82c488b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f760ce1a9a5465b9b8df65a14d63892" ma:index="19" nillable="true" ma:taxonomy="true" ma:internalName="of760ce1a9a5465b9b8df65a14d63892" ma:taxonomyFieldName="ContentTags" ma:displayName="ContentTags" ma:default="" ma:fieldId="{8f760ce1-a9a5-465b-9b8d-f65a14d63892}" ma:taxonomyMulti="true" ma:sspId="fdc3dee4-acfb-4958-b3e6-b05ed2e9a342" ma:termSetId="2cee6154-4bf3-428c-987c-6a8e17022a1b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Collateral_x0020_Type" ma:index="21" nillable="true" ma:displayName="Collateral Type" ma:format="Dropdown" ma:internalName="Collateral_x0020_Type">
      <xsd:simpleType>
        <xsd:restriction base="dms:Choice">
          <xsd:enumeration value="Analyst Report"/>
          <xsd:enumeration value="Battlecard"/>
          <xsd:enumeration value="Blog"/>
          <xsd:enumeration value="Brochure"/>
          <xsd:enumeration value="Business Case"/>
          <xsd:enumeration value="Business Insights Lab report"/>
          <xsd:enumeration value="Case Study"/>
          <xsd:enumeration value="Certification"/>
          <xsd:enumeration value="Competitor Briefing/ Playbook"/>
          <xsd:enumeration value="Corporate Financial Publication"/>
          <xsd:enumeration value="Corporate Policy"/>
          <xsd:enumeration value="Country Presentation"/>
          <xsd:enumeration value="Credentials"/>
          <xsd:enumeration value="Customer Journey Map"/>
          <xsd:enumeration value="Data (raw)"/>
          <xsd:enumeration value="Demo"/>
          <xsd:enumeration value="Diagram"/>
          <xsd:enumeration value="Distribution List"/>
          <xsd:enumeration value="Exec Summary"/>
          <xsd:enumeration value="Factsheet"/>
          <xsd:enumeration value="Financial Statement"/>
          <xsd:enumeration value="Glossary"/>
          <xsd:enumeration value="Internal Marketing/ Branding"/>
          <xsd:enumeration value="Industry Intel"/>
          <xsd:enumeration value="Infographic"/>
          <xsd:enumeration value="Internal Webinar"/>
          <xsd:enumeration value="Map"/>
          <xsd:enumeration value="Marketing Collateral"/>
          <xsd:enumeration value="Opportunity response"/>
          <xsd:enumeration value="Org Charts"/>
          <xsd:enumeration value="Playbook"/>
          <xsd:enumeration value="Press Release"/>
          <xsd:enumeration value="Process /Workflow"/>
          <xsd:enumeration value="Process Guidelines"/>
          <xsd:enumeration value="Program Overview"/>
          <xsd:enumeration value="Project Plan"/>
          <xsd:enumeration value="RFx Content"/>
          <xsd:enumeration value="Sales Deck"/>
          <xsd:enumeration value="SME Interview"/>
          <xsd:enumeration value="Social Media post templates"/>
          <xsd:enumeration value="Stakeholder reports"/>
          <xsd:enumeration value="Technical Overview"/>
          <xsd:enumeration value="Template"/>
          <xsd:enumeration value="Tools"/>
          <xsd:enumeration value="Training material"/>
          <xsd:enumeration value="Vertical Overview"/>
          <xsd:enumeration value="Virtual Site Tour"/>
          <xsd:enumeration value="White Paper"/>
        </xsd:restriction>
      </xsd:simpleType>
    </xsd:element>
    <xsd:element name="Confidentiality_x0020_Level" ma:index="22" nillable="true" ma:displayName="Confidentiality Level" ma:format="Dropdown" ma:internalName="Confidentiality_x0020_Level">
      <xsd:simpleType>
        <xsd:restriction base="dms:Choice">
          <xsd:enumeration value="Commercial in Confidence"/>
          <xsd:enumeration value="External"/>
          <xsd:enumeration value="Internal Only"/>
          <xsd:enumeration value="Internal Restricted"/>
        </xsd:restriction>
      </xsd:simpleType>
    </xsd:element>
    <xsd:element name="Content_x0020_Item_x0020_language" ma:index="23" nillable="true" ma:displayName="Content Item language" ma:format="Dropdown" ma:internalName="Content_x0020_Item_x0020_language">
      <xsd:simpleType>
        <xsd:restriction base="dms:Choice">
          <xsd:enumeration value="Albanian"/>
          <xsd:enumeration value="Arabic"/>
          <xsd:enumeration value="Czech"/>
          <xsd:enumeration value="Danish"/>
          <xsd:enumeration value="Dutch"/>
          <xsd:enumeration value="English"/>
          <xsd:enumeration value="Finnish"/>
          <xsd:enumeration value="French"/>
          <xsd:enumeration value="German"/>
          <xsd:enumeration value="Greek"/>
          <xsd:enumeration value="Italian"/>
          <xsd:enumeration value="Lithuanian"/>
          <xsd:enumeration value="Norwegian"/>
          <xsd:enumeration value="Polish"/>
          <xsd:enumeration value="Portuguese"/>
          <xsd:enumeration value="Romanian"/>
          <xsd:enumeration value="Russian"/>
          <xsd:enumeration value="Slovak"/>
          <xsd:enumeration value="Spanish"/>
          <xsd:enumeration value="Swedish"/>
          <xsd:enumeration value="Turkish"/>
          <xsd:enumeration value="Ukrainian"/>
        </xsd:restriction>
      </xsd:simpleType>
    </xsd:element>
    <xsd:element name="Vertical" ma:index="24" nillable="true" ma:displayName="Industry" ma:internalName="Vertical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** CORE INDUSTRY TAGS***"/>
                    <xsd:enumeration value="Agriculture"/>
                    <xsd:enumeration value="Automotive"/>
                    <xsd:enumeration value="Business Services"/>
                    <xsd:enumeration value="Charitable/ Not for Profit"/>
                    <xsd:enumeration value="Construction"/>
                    <xsd:enumeration value="Consumer Electronics"/>
                    <xsd:enumeration value="Consumer Goods"/>
                    <xsd:enumeration value="Consumer Services"/>
                    <xsd:enumeration value="Education"/>
                    <xsd:enumeration value="Energy, Utilities &amp; Waste"/>
                    <xsd:enumeration value="Finance"/>
                    <xsd:enumeration value="Fintech"/>
                    <xsd:enumeration value="Food Services and Delivery"/>
                    <xsd:enumeration value="Gambling &amp; Gaming"/>
                    <xsd:enumeration value="Games"/>
                    <xsd:enumeration value="Government"/>
                    <xsd:enumeration value="Healthcare &amp; Pharmaceutical"/>
                    <xsd:enumeration value="Holding Companies &amp; Conglomerates"/>
                    <xsd:enumeration value="Hospitality"/>
                    <xsd:enumeration value="Insurance"/>
                    <xsd:enumeration value="Law Firms &amp; Legal Services"/>
                    <xsd:enumeration value="Luxury Goods"/>
                    <xsd:enumeration value="Manufacturing"/>
                    <xsd:enumeration value="Media &amp; Internet"/>
                    <xsd:enumeration value="Minerals &amp; Mining"/>
                    <xsd:enumeration value="Organizations"/>
                    <xsd:enumeration value="Mobility"/>
                    <xsd:enumeration value="New Economy"/>
                    <xsd:enumeration value="Organizations"/>
                    <xsd:enumeration value="Real Estate"/>
                    <xsd:enumeration value="Retail"/>
                    <xsd:enumeration value="Software"/>
                    <xsd:enumeration value="Technology"/>
                    <xsd:enumeration value="Telecommunications"/>
                    <xsd:enumeration value="Transportation"/>
                    <xsd:enumeration value="Travel"/>
                    <xsd:enumeration value="***Sub-Industry TAGS***"/>
                    <xsd:enumeration value="Airlines, Airports &amp; Air Services"/>
                    <xsd:enumeration value="Banking"/>
                    <xsd:enumeration value="Credit Cards &amp; Transaction Processing"/>
                    <xsd:enumeration value="Freight &amp; Logistics Services"/>
                    <xsd:enumeration value="Entertainment"/>
                    <xsd:enumeration value="Healthcare Services"/>
                    <xsd:enumeration value="Hospitals &amp; Physicians Clinics"/>
                    <xsd:enumeration value="Investment Banking"/>
                    <xsd:enumeration value="Lending &amp; Brokerage"/>
                    <xsd:enumeration value="Medical Devices &amp; Equipment"/>
                    <xsd:enumeration value="Newspapers &amp; News Services"/>
                    <xsd:enumeration value="OTAs/ TMCs"/>
                    <xsd:enumeration value="Publishing"/>
                    <xsd:enumeration value="Social Networks"/>
                    <xsd:enumeration value="Ticket Sales"/>
                    <xsd:enumeration value="Venture Capital &amp; Private Equity"/>
                  </xsd:restriction>
                </xsd:simpleType>
              </xsd:element>
            </xsd:sequence>
          </xsd:extension>
        </xsd:complexContent>
      </xsd:complexType>
    </xsd:element>
    <xsd:element name="TP_x0020_Region" ma:index="25" nillable="true" ma:displayName="TP Region" ma:internalName="TP_x0020_Reg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frica"/>
                    <xsd:enumeration value="APAC"/>
                    <xsd:enumeration value="EMEA"/>
                    <xsd:enumeration value="EWAP"/>
                    <xsd:enumeration value="Global"/>
                    <xsd:enumeration value="LATAM"/>
                  </xsd:restriction>
                </xsd:simpleType>
              </xsd:element>
            </xsd:sequence>
          </xsd:extension>
        </xsd:complexContent>
      </xsd:complexType>
    </xsd:element>
    <xsd:element name="TAP_x002f__x0020_TAP_x0020_Solution" ma:index="26" nillable="true" ma:displayName="TAP/ TAP Solution" ma:internalName="TAP_x002F__x0020_TAP_x0020_Solu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vanced Analytics"/>
                    <xsd:enumeration value="Digital CX"/>
                    <xsd:enumeration value="Generative AI"/>
                    <xsd:enumeration value="Intelligent Automation"/>
                    <xsd:enumeration value="Productivity Tools"/>
                    <xsd:enumeration value="TAP (general)"/>
                  </xsd:restriction>
                </xsd:simpleType>
              </xsd:element>
            </xsd:sequence>
          </xsd:extension>
        </xsd:complexContent>
      </xsd:complexType>
    </xsd:element>
    <xsd:element name="Specialized_x0020_Services" ma:index="27" nillable="true" ma:displayName="Specialized Services" ma:internalName="Specialized_x0020_Servic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Language Line Solutions (LLS)"/>
                    <xsd:enumeration value="Passport and Visa Applications"/>
                    <xsd:enumeration value="Praxidia"/>
                    <xsd:enumeration value="PSG"/>
                    <xsd:enumeration value="Translation and Interpreting"/>
                  </xsd:restriction>
                </xsd:simpleType>
              </xsd:element>
            </xsd:sequence>
          </xsd:extension>
        </xsd:complexContent>
      </xsd:complexType>
    </xsd:element>
    <xsd:element name="Shoring_x002f_Solution" ma:index="28" nillable="true" ma:displayName="Shoring/Solution" ma:internalName="Shoring_x002F_Solu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loudshoring/Cloud Campus/WAHA"/>
                    <xsd:enumeration value="Insourced"/>
                    <xsd:enumeration value="Multi-Lingual Hub"/>
                    <xsd:enumeration value="Nearshore"/>
                    <xsd:enumeration value="Offshore"/>
                    <xsd:enumeration value="Onshore"/>
                    <xsd:enumeration value="Smartshore"/>
                  </xsd:restriction>
                </xsd:simpleType>
              </xsd:element>
            </xsd:sequence>
          </xsd:extension>
        </xsd:complexContent>
      </xsd:complexType>
    </xsd:element>
    <xsd:element name="RFx_x0020_Topic_x0020_-_x0020_Departments_x0020_and_x0020_Processes" ma:index="29" nillable="true" ma:displayName="RFx Topic - Departments and Processes" ma:format="Dropdown" ma:internalName="RFx_x0020_Topic_x0020__x002d__x0020_Departments_x0020_and_x0020_Processes">
      <xsd:simpleType>
        <xsd:restriction base="dms:Choice">
          <xsd:enumeration value="Account Governance/ Communication"/>
          <xsd:enumeration value="Business Continuity &amp; Disaster Recovery"/>
          <xsd:enumeration value="HR &amp; Recruitment"/>
          <xsd:enumeration value="Continuous Improvement"/>
          <xsd:enumeration value="HR Wellbeing / Engagement"/>
          <xsd:enumeration value="IT"/>
          <xsd:enumeration value="Pricing"/>
          <xsd:enumeration value="Project Management / Implementation"/>
          <xsd:enumeration value="Reporting"/>
          <xsd:enumeration value="Quality / QA"/>
          <xsd:enumeration value="Security and Data Protection"/>
          <xsd:enumeration value="Training and Development"/>
          <xsd:enumeration value="WFM / Mission Control"/>
          <xsd:enumeration value="Organisation"/>
          <xsd:enumeration value="Operations"/>
        </xsd:restriction>
      </xsd:simpleType>
    </xsd:element>
    <xsd:element name="RFx_x0020_Topic_x0020_-_x0020_Corporate_x0020_Information" ma:index="30" nillable="true" ma:displayName="RFx Topic - Corporate Information" ma:format="Dropdown" ma:internalName="RFx_x0020_Topic_x0020__x002d__x0020_Corporate_x0020_Information">
      <xsd:simpleType>
        <xsd:restriction base="dms:Choice">
          <xsd:enumeration value="Awards / Recognition"/>
          <xsd:enumeration value="Company Overview and Profile"/>
          <xsd:enumeration value="Corporate Policies"/>
          <xsd:enumeration value="Corporate Social Responsibility/CSR"/>
          <xsd:enumeration value="Diversity and Inclusion"/>
          <xsd:enumeration value="Finance and Legal"/>
          <xsd:enumeration value="Innovation"/>
          <xsd:enumeration value="Market Position/ Competition"/>
          <xsd:enumeration value="Strategic Partners/ Alliances"/>
          <xsd:enumeration value="Strategy / Future Outlook"/>
          <xsd:enumeration value="Corporate Governance"/>
        </xsd:restriction>
      </xsd:simpleType>
    </xsd:element>
    <xsd:element name="RFx_x0020_Topic" ma:index="31" nillable="true" ma:displayName="RFx Topic" ma:internalName="RFx_x0020_Topic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orporate Information"/>
                    <xsd:enumeration value="Departments and Processes"/>
                    <xsd:enumeration value="Commercial Models and Pricing"/>
                    <xsd:enumeration value="SD Toolkit"/>
                  </xsd:restriction>
                </xsd:simpleType>
              </xsd:element>
            </xsd:sequence>
          </xsd:extension>
        </xsd:complexContent>
      </xsd:complexType>
    </xsd:element>
    <xsd:element name="LOB" ma:index="32" nillable="true" ma:displayName="LOB" ma:internalName="LOB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ccount Management and Growth"/>
                    <xsd:enumeration value="Back office - Horizontal"/>
                    <xsd:enumeration value="Backoffice - Industry"/>
                    <xsd:enumeration value="BPO"/>
                    <xsd:enumeration value="Care"/>
                    <xsd:enumeration value="Collections"/>
                    <xsd:enumeration value="Consulting"/>
                    <xsd:enumeration value="Content Moderation"/>
                    <xsd:enumeration value="Crisis Management"/>
                    <xsd:enumeration value="Finance and Accounting"/>
                    <xsd:enumeration value="Fraud Management"/>
                    <xsd:enumeration value="HR &amp; Payroll Services"/>
                    <xsd:enumeration value="Knowledge Services"/>
                    <xsd:enumeration value="Marketing/ Market Research"/>
                    <xsd:enumeration value="Sales"/>
                    <xsd:enumeration value="Social Media"/>
                    <xsd:enumeration value="Technical/ Product support"/>
                    <xsd:enumeration value="Technology Platform/Product"/>
                    <xsd:enumeration value="Technology Services"/>
                    <xsd:enumeration value="Trust &amp; Safety"/>
                    <xsd:enumeration value="User Helpdesk"/>
                  </xsd:restriction>
                </xsd:simpleType>
              </xsd:element>
            </xsd:sequence>
          </xsd:extension>
        </xsd:complexContent>
      </xsd:complexType>
    </xsd:element>
    <xsd:element name="Language_x0020_Seismic" ma:index="33" nillable="true" ma:displayName="Language Seismic" ma:internalName="Language_x0020_Seismic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frikaans"/>
                    <xsd:enumeration value="Albanian"/>
                    <xsd:enumeration value="American sign language"/>
                    <xsd:enumeration value="Arabic"/>
                    <xsd:enumeration value="Armenian"/>
                    <xsd:enumeration value="Bahasa Indonesia"/>
                    <xsd:enumeration value="Basque"/>
                    <xsd:enumeration value="Bosnian"/>
                    <xsd:enumeration value="Bulgarian"/>
                    <xsd:enumeration value="Burmese"/>
                    <xsd:enumeration value="Cambodian"/>
                    <xsd:enumeration value="Cantonese"/>
                    <xsd:enumeration value="Catalan"/>
                    <xsd:enumeration value="Croatian"/>
                    <xsd:enumeration value="Czech"/>
                    <xsd:enumeration value="Danish"/>
                    <xsd:enumeration value="Dutch"/>
                    <xsd:enumeration value="English"/>
                    <xsd:enumeration value="Estonian"/>
                    <xsd:enumeration value="Farsi"/>
                    <xsd:enumeration value="Filipino"/>
                    <xsd:enumeration value="Belarusian"/>
                    <xsd:enumeration value="Finnish"/>
                    <xsd:enumeration value="Flemish"/>
                    <xsd:enumeration value="French"/>
                    <xsd:enumeration value="Galician"/>
                    <xsd:enumeration value="Georgian"/>
                    <xsd:enumeration value="German"/>
                    <xsd:enumeration value="Greek"/>
                    <xsd:enumeration value="Gujarati"/>
                    <xsd:enumeration value="Hebrew"/>
                    <xsd:enumeration value="Hindi"/>
                    <xsd:enumeration value="Hungarian"/>
                    <xsd:enumeration value="Icelandic"/>
                    <xsd:enumeration value="Indonesian"/>
                    <xsd:enumeration value="Irish"/>
                    <xsd:enumeration value="Italian"/>
                    <xsd:enumeration value="Japanese"/>
                    <xsd:enumeration value="Kazakh"/>
                    <xsd:enumeration value="Korean"/>
                    <xsd:enumeration value="Latvian"/>
                    <xsd:enumeration value="Lithuanian"/>
                    <xsd:enumeration value="Macedonian"/>
                    <xsd:enumeration value="Malay"/>
                    <xsd:enumeration value="Malayalam"/>
                    <xsd:enumeration value="Maltese"/>
                    <xsd:enumeration value="Mandarin"/>
                    <xsd:enumeration value="Moroccan Arabic"/>
                    <xsd:enumeration value="Norwegian"/>
                    <xsd:enumeration value="Polish"/>
                    <xsd:enumeration value="Punjabi"/>
                    <xsd:enumeration value="Romanian"/>
                    <xsd:enumeration value="Russian"/>
                    <xsd:enumeration value="Serbian"/>
                    <xsd:enumeration value="Slovak"/>
                    <xsd:enumeration value="Slovenian"/>
                    <xsd:enumeration value="Spanish"/>
                    <xsd:enumeration value="Swahili"/>
                    <xsd:enumeration value="Swedish"/>
                    <xsd:enumeration value="Tagalog"/>
                    <xsd:enumeration value="Taiwanese"/>
                    <xsd:enumeration value="Tamil"/>
                    <xsd:enumeration value="Thai"/>
                    <xsd:enumeration value="Turkish"/>
                    <xsd:enumeration value="Ukrainian"/>
                    <xsd:enumeration value="Urdu"/>
                    <xsd:enumeration value="Uzbek"/>
                    <xsd:enumeration value="Vietnamese"/>
                    <xsd:enumeration value="Welsh"/>
                    <xsd:enumeration value="Portuguese"/>
                    <xsd:enumeration value="Chinese"/>
                  </xsd:restriction>
                </xsd:simpleType>
              </xsd:element>
            </xsd:sequence>
          </xsd:extension>
        </xsd:complexContent>
      </xsd:complexType>
    </xsd:element>
    <xsd:element name="Keywords_x0020_Seismic" ma:index="34" nillable="true" ma:displayName="Keywords Seismic" ma:internalName="Keywords_x0020_Seismic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aS/as-a-Service"/>
                    <xsd:enumeration value="Covid-19 Crisis Management"/>
                    <xsd:enumeration value="Cloud"/>
                    <xsd:enumeration value="Cultural Immersion"/>
                    <xsd:enumeration value="Diversity &amp; Inclusion"/>
                    <xsd:enumeration value="Employee Engagement"/>
                    <xsd:enumeration value="Great Place to Work"/>
                    <xsd:enumeration value="High Tech"/>
                    <xsd:enumeration value="Contact Centre"/>
                    <xsd:enumeration value="Customer Experience"/>
                    <xsd:enumeration value="High Touch"/>
                    <xsd:enumeration value="Impact Sourcing"/>
                    <xsd:enumeration value="Multichannel"/>
                    <xsd:enumeration value="Multilingual"/>
                    <xsd:enumeration value="Omnichannel"/>
                    <xsd:enumeration value="Research"/>
                    <xsd:enumeration value="TAP"/>
                    <xsd:enumeration value="Transformation"/>
                    <xsd:enumeration value="Virtual Site Tour"/>
                    <xsd:enumeration value="25 World Best Workplaces"/>
                  </xsd:restriction>
                </xsd:simpleType>
              </xsd:element>
            </xsd:sequence>
          </xsd:extension>
        </xsd:complexContent>
      </xsd:complexType>
    </xsd:element>
    <xsd:element name="IBERO-LATAM_x0020_Region" ma:index="35" nillable="true" ma:displayName="LATAM Region" ma:internalName="IBERO_x002d_LATAM_x0020_Reg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rgentina"/>
                    <xsd:enumeration value="Brazil"/>
                    <xsd:enumeration value="Chile"/>
                    <xsd:enumeration value="Colombia"/>
                    <xsd:enumeration value="Costa Rica"/>
                    <xsd:enumeration value="Dominican Republic"/>
                    <xsd:enumeration value="El Salvador"/>
                    <xsd:enumeration value="Guatemala"/>
                    <xsd:enumeration value="Guyana"/>
                    <xsd:enumeration value="Honduras"/>
                    <xsd:enumeration value="Mexico"/>
                    <xsd:enumeration value="Nicaragua"/>
                    <xsd:enumeration value="Peru"/>
                  </xsd:restriction>
                </xsd:simpleType>
              </xsd:element>
            </xsd:sequence>
          </xsd:extension>
        </xsd:complexContent>
      </xsd:complexType>
    </xsd:element>
    <xsd:element name="EWAP_x0020_Region" ma:index="36" nillable="true" ma:displayName="N America and APAC Region" ma:internalName="EWAP_x0020_Reg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Indonesia"/>
                    <xsd:enumeration value="Jamaica"/>
                    <xsd:enumeration value="Malaysia"/>
                    <xsd:enumeration value="Canada"/>
                    <xsd:enumeration value="China"/>
                    <xsd:enumeration value="India"/>
                    <xsd:enumeration value="Japan"/>
                    <xsd:enumeration value="Philippines"/>
                    <xsd:enumeration value="Singapore"/>
                    <xsd:enumeration value="Thailand"/>
                    <xsd:enumeration value="United States"/>
                    <xsd:enumeration value="Vietnam"/>
                  </xsd:restriction>
                </xsd:simpleType>
              </xsd:element>
            </xsd:sequence>
          </xsd:extension>
        </xsd:complexContent>
      </xsd:complexType>
    </xsd:element>
    <xsd:element name="Customer_x0020_Segment" ma:index="37" nillable="true" ma:displayName="Customer Segment" ma:internalName="Customer_x0020_Segmen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2B"/>
                    <xsd:enumeration value="B2C"/>
                    <xsd:enumeration value="B2E"/>
                    <xsd:enumeration value="B2G"/>
                    <xsd:enumeration value="G2B"/>
                    <xsd:enumeration value="G2Z"/>
                  </xsd:restriction>
                </xsd:simpleType>
              </xsd:element>
            </xsd:sequence>
          </xsd:extension>
        </xsd:complexContent>
      </xsd:complexType>
    </xsd:element>
    <xsd:element name="Channel" ma:index="38" nillable="true" ma:displayName="Channel" ma:internalName="Channel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hat"/>
                    <xsd:enumeration value="Click-to-call"/>
                    <xsd:enumeration value="Email"/>
                    <xsd:enumeration value="Face-to-Face"/>
                    <xsd:enumeration value="Fax and White Mail"/>
                    <xsd:enumeration value="Forum"/>
                    <xsd:enumeration value="Inbound Call"/>
                    <xsd:enumeration value="IVR"/>
                    <xsd:enumeration value="Messaging"/>
                    <xsd:enumeration value="Non-CX"/>
                    <xsd:enumeration value="Other"/>
                    <xsd:enumeration value="Outbound Call"/>
                    <xsd:enumeration value="Self-Serve"/>
                    <xsd:enumeration value="SMS"/>
                    <xsd:enumeration value="Social Media"/>
                    <xsd:enumeration value="Video"/>
                    <xsd:enumeration value="Voice"/>
                    <xsd:enumeration value="Whitemail"/>
                  </xsd:restriction>
                </xsd:simpleType>
              </xsd:element>
            </xsd:sequence>
          </xsd:extension>
        </xsd:complexContent>
      </xsd:complexType>
    </xsd:element>
    <xsd:element name="CEMEA_x0020_Region" ma:index="39" nillable="true" ma:displayName="EMEA Region" ma:internalName="CEMEA_x0020_Reg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lbania"/>
                    <xsd:enumeration value="Austria"/>
                    <xsd:enumeration value="Belgium"/>
                    <xsd:enumeration value="Bosnia and Herzegovina"/>
                    <xsd:enumeration value="Croatia"/>
                    <xsd:enumeration value="Czech Republic"/>
                    <xsd:enumeration value="Denmark"/>
                    <xsd:enumeration value="Egypt"/>
                    <xsd:enumeration value="Finland"/>
                    <xsd:enumeration value="France"/>
                    <xsd:enumeration value="Georgia"/>
                    <xsd:enumeration value="Germany"/>
                    <xsd:enumeration value="Greece"/>
                    <xsd:enumeration value="Italy"/>
                    <xsd:enumeration value="Jordan"/>
                    <xsd:enumeration value="Kenya"/>
                    <xsd:enumeration value="Kosovo"/>
                    <xsd:enumeration value="Lebanon"/>
                    <xsd:enumeration value="Lithuania"/>
                    <xsd:enumeration value="Madagascar"/>
                    <xsd:enumeration value="Morocco"/>
                    <xsd:enumeration value="Netherlands"/>
                    <xsd:enumeration value="Nigeria"/>
                    <xsd:enumeration value="North Macedonia"/>
                    <xsd:enumeration value="Norway"/>
                    <xsd:enumeration value="Poland"/>
                    <xsd:enumeration value="Portugal"/>
                    <xsd:enumeration value="Romania"/>
                    <xsd:enumeration value="Russia"/>
                    <xsd:enumeration value="Saudi Arabia"/>
                    <xsd:enumeration value="South Africa"/>
                    <xsd:enumeration value="Spain"/>
                    <xsd:enumeration value="Suriname"/>
                    <xsd:enumeration value="Sweden"/>
                    <xsd:enumeration value="Switzerland"/>
                    <xsd:enumeration value="Togo"/>
                    <xsd:enumeration value="Tunisia"/>
                    <xsd:enumeration value="Turkey"/>
                    <xsd:enumeration value="Ukraine"/>
                    <xsd:enumeration value="United Kingdom"/>
                    <xsd:enumeration value="United Arab Emirates (UAE)"/>
                  </xsd:restriction>
                </xsd:simpleType>
              </xsd:element>
            </xsd:sequence>
          </xsd:extension>
        </xsd:complexContent>
      </xsd:complexType>
    </xsd:element>
    <xsd:element name="Client_x0020_preoccupation_x002f_concerns" ma:index="40" nillable="true" ma:displayName="Case Study - Client Interest" ma:internalName="Client_x0020_preoccupation_x002F_concer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alytic Insights"/>
                    <xsd:enumeration value="Automation, AI &amp; Machine Learning"/>
                    <xsd:enumeration value="Business Improvement and Transformation"/>
                    <xsd:enumeration value="Business Resilience, Scalability, Flexibility"/>
                    <xsd:enumeration value="Change management"/>
                    <xsd:enumeration value="Channel Strategy"/>
                    <xsd:enumeration value="Complex Program Management"/>
                    <xsd:enumeration value="Consolidation and Consistency"/>
                    <xsd:enumeration value="Cultural Fit and Cultural Alignment"/>
                    <xsd:enumeration value="Customer Journey Optimisation"/>
                    <xsd:enumeration value="Customer Satisfaction &amp; Engagement Initiatives"/>
                    <xsd:enumeration value="Digital Transformation and Innovation"/>
                    <xsd:enumeration value="Employee Satisfaction &amp; Engagement Initiatives"/>
                    <xsd:enumeration value="Process Optimizations, Streamlining and Improvements"/>
                    <xsd:enumeration value="Security"/>
                    <xsd:enumeration value="Shoring Strategy Optimization / SMART shoring"/>
                    <xsd:enumeration value="TCO"/>
                    <xsd:enumeration value="Technology Improvements &amp; Applications Implementation / Integration"/>
                  </xsd:restriction>
                </xsd:simpleType>
              </xsd:element>
            </xsd:sequence>
          </xsd:extension>
        </xsd:complexContent>
      </xsd:complexType>
    </xsd:element>
    <xsd:element name="TP_x0020_Initiative" ma:index="41" nillable="true" ma:displayName="TP Initiative" ma:format="Dropdown" ma:internalName="TP_x0020_Initiative">
      <xsd:simpleType>
        <xsd:restriction base="dms:Choice">
          <xsd:enumeration value="All Ideas Matter"/>
          <xsd:enumeration value="TP Women"/>
          <xsd:enumeration value="Citizen of the World"/>
          <xsd:enumeration value="Citizen of the Planet"/>
          <xsd:enumeration value="First Job Opportunity"/>
          <xsd:enumeration value="Hungry to Win"/>
          <xsd:enumeration value="One Tree Planted"/>
          <xsd:enumeration value="Persons with Disabilities"/>
        </xsd:restriction>
      </xsd:simpleType>
    </xsd:element>
    <xsd:element name="Document_x0020_format" ma:index="42" nillable="true" ma:displayName="Document format" ma:format="Dropdown" ma:internalName="Document_x0020_format">
      <xsd:simpleType>
        <xsd:restriction base="dms:Choice">
          <xsd:enumeration value="Blog"/>
          <xsd:enumeration value="Excel"/>
          <xsd:enumeration value="Image"/>
          <xsd:enumeration value="JSON"/>
          <xsd:enumeration value="Landing page"/>
          <xsd:enumeration value="Link"/>
          <xsd:enumeration value="Outlook message"/>
          <xsd:enumeration value="Pdf"/>
          <xsd:enumeration value="PowerPoint"/>
          <xsd:enumeration value="Recording (sound)"/>
          <xsd:enumeration value="Video"/>
          <xsd:enumeration value="Word"/>
        </xsd:restriction>
      </xsd:simpleType>
    </xsd:element>
    <xsd:element name="BI_x0020_Analyst_x0020_Topics" ma:index="43" nillable="true" ma:displayName="BI Analyst Topics" ma:internalName="BI_x0020_Analyst_x0020_Topic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nalyst Focus (Competitor)"/>
                    <xsd:enumeration value="Analyst Focus (TP)"/>
                    <xsd:enumeration value="Analyst rankings"/>
                    <xsd:enumeration value="BPO Trends"/>
                    <xsd:enumeration value="Competitor Analysis"/>
                    <xsd:enumeration value="CX Trends"/>
                    <xsd:enumeration value="Industry Insight"/>
                    <xsd:enumeration value="LOB Trends"/>
                    <xsd:enumeration value="Market Forecast"/>
                    <xsd:enumeration value="Market Impact"/>
                  </xsd:restriction>
                </xsd:simpleType>
              </xsd:element>
            </xsd:sequence>
          </xsd:extension>
        </xsd:complexContent>
      </xsd:complexType>
    </xsd:element>
    <xsd:element name="BI_x0020_Collateral_x0020_Type" ma:index="44" nillable="true" ma:displayName="BI Collateral Type" ma:format="Dropdown" ma:internalName="BI_x0020_Collateral_x0020_Type">
      <xsd:simpleType>
        <xsd:restriction base="dms:Choice">
          <xsd:enumeration value="BI Market Analysis"/>
          <xsd:enumeration value="BI Playbook"/>
          <xsd:enumeration value="Competitor Monthly Tracking"/>
          <xsd:enumeration value="Competitor Quarterly Briefing"/>
          <xsd:enumeration value="Head to Head"/>
          <xsd:enumeration value="HIT"/>
          <xsd:enumeration value="Keymaker"/>
        </xsd:restriction>
      </xsd:simpleType>
    </xsd:element>
    <xsd:element name="TAP_x0020_Tool" ma:index="45" nillable="true" ma:displayName="TAP Tool" ma:internalName="TAP_x0020_Tool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utomation Anywhere"/>
                    <xsd:enumeration value="AWS (Digital CX)"/>
                    <xsd:enumeration value="CallMiner (Advanced Analytics)"/>
                    <xsd:enumeration value="Centrical (Productivity Tools)"/>
                    <xsd:enumeration value="Data Visualisation (Advanced Analytics)"/>
                    <xsd:enumeration value="Descriptive Analytics (Advanced Analytics)"/>
                    <xsd:enumeration value="Digital Floorwalker (Digital CX)"/>
                    <xsd:enumeration value="Email Bot (Intelligent Automation)"/>
                    <xsd:enumeration value="Khoros (Digital CX)"/>
                    <xsd:enumeration value="Intelligent Automation"/>
                    <xsd:enumeration value="NICE (Advanced Analytics)"/>
                    <xsd:enumeration value="StoryfAI (Intelligent Automation)"/>
                    <xsd:enumeration value="TP Chatbot (Digital CX)"/>
                    <xsd:enumeration value="TP Client (Digital CX)"/>
                    <xsd:enumeration value="TP Dialog (Advanced Analytics)"/>
                    <xsd:enumeration value="TP Gamification (Productivity Tools)"/>
                    <xsd:enumeration value="TP GenAI (Generative AI)"/>
                    <xsd:enumeration value="TP GPT (Intelligent Automation)"/>
                    <xsd:enumeration value="TP Interact (Advanced Analytics)"/>
                    <xsd:enumeration value="TP Live (GRYPP)"/>
                    <xsd:enumeration value="TP Notify (Digital CX)"/>
                    <xsd:enumeration value="TP Optify (Intelligent Automation)"/>
                    <xsd:enumeration value="TP Optymize (Intelligent Automation)"/>
                    <xsd:enumeration value="TP Protect (Productivity Tools)"/>
                    <xsd:enumeration value="TP Recommender (Advanced Analytics)"/>
                    <xsd:enumeration value="TP Simulation (Productivity Tools)"/>
                    <xsd:enumeration value="TP TimeTree (Productivity Tools)"/>
                    <xsd:enumeration value="TP Travel (Intelligent Automation)"/>
                    <xsd:enumeration value="TP Unify (Intelligent Automation)"/>
                    <xsd:enumeration value="TP Video Assistance (Digital CX)"/>
                    <xsd:enumeration value="TP Voice2Messaging (Digital CX)"/>
                    <xsd:enumeration value="TP Wallet (Intelligent Automation)"/>
                    <xsd:enumeration value="TP Writeless (Productivity Tools)"/>
                    <xsd:enumeration value="Twilio (Digital CX)"/>
                    <xsd:enumeration value="Unbabel (Intelligent Automation)"/>
                    <xsd:enumeration value="UiPath (Intelligent Automation)"/>
                    <xsd:enumeration value="Uniphore (Digital CX)"/>
                    <xsd:enumeration value="YellowAI (Intelligent Automation)"/>
                  </xsd:restriction>
                </xsd:simpleType>
              </xsd:element>
            </xsd:sequence>
          </xsd:extension>
        </xsd:complexContent>
      </xsd:complexType>
    </xsd:element>
    <xsd:element name="Content_x0020_Source" ma:index="46" nillable="true" ma:displayName="Content Source" ma:format="Dropdown" ma:internalName="Content_x0020_Source">
      <xsd:simpleType>
        <xsd:restriction base="dms:Choice">
          <xsd:enumeration value="EMEA Marketing"/>
          <xsd:enumeration value="EMEA Pricing"/>
          <xsd:enumeration value="EMEA Solution Design"/>
          <xsd:enumeration value="Global Marketing"/>
          <xsd:enumeration value="Global Marketing - BI"/>
          <xsd:enumeration value="Global Marketing - Business Insights Lab"/>
          <xsd:enumeration value="Global Marketing - TAP"/>
          <xsd:enumeration value="Global Practice Lead"/>
          <xsd:enumeration value="Local Marketing"/>
          <xsd:enumeration value="Local Pricing"/>
          <xsd:enumeration value="Local Solution Design/Bid"/>
          <xsd:enumeration value="SFDC"/>
        </xsd:restriction>
      </xsd:simpleType>
    </xsd:element>
    <xsd:element name="Case_x0020_Study_x0020_Outcome" ma:index="47" nillable="true" ma:displayName="Case Study Outcome" ma:internalName="Case_x0020_Study_x0020_Outcom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Continuity and Risk Management"/>
                    <xsd:enumeration value="Cost Decrease"/>
                    <xsd:enumeration value="Customer Retention, Churn Improvement"/>
                    <xsd:enumeration value="Data Protection assurance"/>
                    <xsd:enumeration value="Employee Satisfaction increase"/>
                    <xsd:enumeration value="Flexible Operations"/>
                    <xsd:enumeration value="Functional Process Optimisation"/>
                    <xsd:enumeration value="Improvement Client/Product Processes"/>
                    <xsd:enumeration value="Increase Client Satisfaction"/>
                    <xsd:enumeration value="Increase Productivity and Efficiency"/>
                    <xsd:enumeration value="Mitigation of Adverse Events, Business Disruptions"/>
                    <xsd:enumeration value="Operational Process Optimisation"/>
                    <xsd:enumeration value="Quality Increase"/>
                    <xsd:enumeration value="Revenue Increase"/>
                    <xsd:enumeration value="Service Consistency assurance"/>
                    <xsd:enumeration value="Smooth Operational Scaling"/>
                  </xsd:restriction>
                </xsd:simpleType>
              </xsd:element>
            </xsd:sequence>
          </xsd:extension>
        </xsd:complexContent>
      </xsd:complexType>
    </xsd:element>
    <xsd:element name="ce3510981bb3457796c044e2774a2a5f" ma:index="49" nillable="true" ma:taxonomy="true" ma:internalName="ce3510981bb3457796c044e2774a2a5f" ma:taxonomyFieldName="Folder_" ma:displayName="Folder_" ma:fieldId="{ce351098-1bb3-4577-96c0-44e2774a2a5f}" ma:taxonomyMulti="true" ma:sspId="fdc3dee4-acfb-4958-b3e6-b05ed2e9a342" ma:termSetId="01a04aa7-ca43-443c-acfe-9656a63eca3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5f84a36109c4927a30678eec9f9aff3" ma:index="51" nillable="true" ma:taxonomy="true" ma:internalName="g5f84a36109c4927a30678eec9f9aff3" ma:taxonomyFieldName="Month_" ma:displayName="Month_" ma:fieldId="{05f84a36-109c-4927-a306-78eec9f9aff3}" ma:sspId="fdc3dee4-acfb-4958-b3e6-b05ed2e9a342" ma:termSetId="975bfcdc-551b-434d-8312-11eb06117d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4a1b193fc5e4184aee8cef4744c06ec" ma:index="53" nillable="true" ma:taxonomy="true" ma:internalName="g4a1b193fc5e4184aee8cef4744c06ec" ma:taxonomyFieldName="Year_" ma:displayName="Year_" ma:fieldId="{04a1b193-fc5e-4184-aee8-cef4744c06ec}" ma:sspId="fdc3dee4-acfb-4958-b3e6-b05ed2e9a342" ma:termSetId="ad92d743-c13f-44ae-8847-2180473b1f1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gba3c1aca72844c88050bb747732e9c1" ma:index="55" nillable="true" ma:taxonomy="true" ma:internalName="gba3c1aca72844c88050bb747732e9c1" ma:taxonomyFieldName="Region_" ma:displayName="Region_" ma:fieldId="{0ba3c1ac-a728-44c8-8050-bb747732e9c1}" ma:sspId="fdc3dee4-acfb-4958-b3e6-b05ed2e9a342" ma:termSetId="e0d7b332-45b6-4ad1-aecd-26006b7f1c8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8512e0a9e6a48deba83c37bfc4fa790" ma:index="57" nillable="true" ma:taxonomy="true" ma:internalName="p8512e0a9e6a48deba83c37bfc4fa790" ma:taxonomyFieldName="TypeofMaterial_" ma:displayName="Type of Material_" ma:fieldId="{98512e0a-9e6a-48de-ba83-c37bfc4fa790}" ma:sspId="fdc3dee4-acfb-4958-b3e6-b05ed2e9a342" ma:termSetId="29e351b9-892e-4c24-89a8-f7f5082e6fdd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A1FBE7-245C-4FE7-A3C9-67071C7E78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F6857C-ED5A-4426-886B-68CC69A21EBE}">
  <ds:schemaRefs>
    <ds:schemaRef ds:uri="http://purl.org/dc/dcmitype/"/>
    <ds:schemaRef ds:uri="e706e9a6-10b5-49ec-af38-bcf7a74326c6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6debef6b-a759-438f-9965-39bd2f4d0f36"/>
    <ds:schemaRef ds:uri="491b4124-8541-4be8-acde-feb82c488b84"/>
    <ds:schemaRef ds:uri="7db5e976-62f7-475c-9104-12886540b997"/>
  </ds:schemaRefs>
</ds:datastoreItem>
</file>

<file path=customXml/itemProps3.xml><?xml version="1.0" encoding="utf-8"?>
<ds:datastoreItem xmlns:ds="http://schemas.openxmlformats.org/officeDocument/2006/customXml" ds:itemID="{4FE32865-CEDC-4CEA-B565-6C058E237F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b5e976-62f7-475c-9104-12886540b997"/>
    <ds:schemaRef ds:uri="3690f28d-eb18-440d-a159-43b93b4a4568"/>
    <ds:schemaRef ds:uri="491b4124-8541-4be8-acde-feb82c488b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38fcbaf-ba4c-43e1-adae-5475c970fe10}" enabled="0" method="" siteId="{638fcbaf-ba4c-43e1-adae-5475c970fe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1362</Words>
  <Application>Microsoft Office PowerPoint</Application>
  <PresentationFormat>On-screen Show (16:9)</PresentationFormat>
  <Paragraphs>367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1_TP_PPT_Theme</vt:lpstr>
      <vt:lpstr>2_INTERNAL</vt:lpstr>
      <vt:lpstr>3_INTERNAL</vt:lpstr>
      <vt:lpstr>PowerPoint Presentation</vt:lpstr>
      <vt:lpstr>Lorem ipsum dolor sit amet, consectetuer adipiscing elit </vt:lpstr>
      <vt:lpstr>Lorem ipsum dolor sit amet, consectetuer adipiscing elit </vt:lpstr>
      <vt:lpstr>Lorem ipsum dolor sit amet, consectetuer adipiscing elit</vt:lpstr>
      <vt:lpstr>Lorem ipsum dolor sit amet, consectetuer adipiscing elit </vt:lpstr>
      <vt:lpstr>Lorem ipsum dolor sit amet, consectetuer adipiscing elit </vt:lpstr>
      <vt:lpstr>Lorem ipsum dolor sit amet, consectetuer adipiscing elit</vt:lpstr>
      <vt:lpstr>Lorem ipsum dolor sit amet, consectetuer adipiscing elit </vt:lpstr>
      <vt:lpstr>Lorem ipsum dolor sit amet, consectetuer adipiscing elit </vt:lpstr>
      <vt:lpstr>Lorem ipsum dolor sit amet, consectetuer adipiscing elit </vt:lpstr>
      <vt:lpstr>Lorem ipsum dolor sit amet, consectetuer adipiscing elit </vt:lpstr>
      <vt:lpstr>Lorem ipsum dolor sit amet, consectetuer adipiscing elit</vt:lpstr>
      <vt:lpstr>Lorem ipsum dolor sit amet, consectetuer adipiscing elit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Felipe Machado</dc:creator>
  <cp:lastModifiedBy>Bruna Socorro Monteiro De Mesquita</cp:lastModifiedBy>
  <cp:revision>7</cp:revision>
  <cp:lastPrinted>2025-02-21T22:33:06Z</cp:lastPrinted>
  <dcterms:created xsi:type="dcterms:W3CDTF">2024-08-21T17:49:09Z</dcterms:created>
  <dcterms:modified xsi:type="dcterms:W3CDTF">2026-02-26T10:55:53Z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0x010100A4084B7CB4F08F418D25A725C8785D11</vt:lpwstr>
  </property>
  <property fmtid="{D5CDD505-2E9C-101B-9397-08002B2CF9AE}" pid="3" name="Folder_">
    <vt:lpwstr/>
  </property>
  <property fmtid="{D5CDD505-2E9C-101B-9397-08002B2CF9AE}" pid="4" name="MediaServiceImageTags">
    <vt:lpwstr/>
  </property>
  <property fmtid="{D5CDD505-2E9C-101B-9397-08002B2CF9AE}" pid="5" name="Month_">
    <vt:lpwstr/>
  </property>
  <property fmtid="{D5CDD505-2E9C-101B-9397-08002B2CF9AE}" pid="6" name="ContentTags">
    <vt:lpwstr/>
  </property>
  <property fmtid="{D5CDD505-2E9C-101B-9397-08002B2CF9AE}" pid="7" name="Region_">
    <vt:lpwstr/>
  </property>
  <property fmtid="{D5CDD505-2E9C-101B-9397-08002B2CF9AE}" pid="8" name="Year_">
    <vt:lpwstr/>
  </property>
  <property fmtid="{D5CDD505-2E9C-101B-9397-08002B2CF9AE}" pid="9" name="TypeofMaterial_">
    <vt:lpwstr/>
  </property>
</Properties>
</file>